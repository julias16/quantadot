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88" r:id="rId3"/>
    <p:sldId id="257" r:id="rId4"/>
    <p:sldId id="289" r:id="rId5"/>
    <p:sldId id="271" r:id="rId6"/>
    <p:sldId id="272" r:id="rId7"/>
    <p:sldId id="273" r:id="rId8"/>
    <p:sldId id="274" r:id="rId9"/>
    <p:sldId id="275" r:id="rId10"/>
    <p:sldId id="290" r:id="rId11"/>
    <p:sldId id="291" r:id="rId12"/>
    <p:sldId id="281" r:id="rId13"/>
    <p:sldId id="276" r:id="rId14"/>
    <p:sldId id="277" r:id="rId15"/>
    <p:sldId id="293" r:id="rId16"/>
    <p:sldId id="294" r:id="rId17"/>
    <p:sldId id="286" r:id="rId18"/>
    <p:sldId id="292" r:id="rId19"/>
  </p:sldIdLst>
  <p:sldSz cx="18288000" cy="10287000"/>
  <p:notesSz cx="6858000" cy="9144000"/>
  <p:embeddedFontLst>
    <p:embeddedFont>
      <p:font typeface="Arial Unicode MS" panose="020B0604020202020204" pitchFamily="34" charset="-128"/>
      <p:regular r:id="rId21"/>
    </p:embeddedFont>
    <p:embeddedFont>
      <p:font typeface="Archivo Narrow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s Jisan" userId="72fce4e6b2ac2bf7" providerId="LiveId" clId="{322A8344-058D-4D9B-B8A6-1FA4AE8157C5}"/>
    <pc:docChg chg="undo custSel addSld delSld modSld sldOrd">
      <pc:chgData name="Julias Jisan" userId="72fce4e6b2ac2bf7" providerId="LiveId" clId="{322A8344-058D-4D9B-B8A6-1FA4AE8157C5}" dt="2026-05-21T01:31:41.559" v="1368" actId="20577"/>
      <pc:docMkLst>
        <pc:docMk/>
      </pc:docMkLst>
      <pc:sldChg chg="modSp mod">
        <pc:chgData name="Julias Jisan" userId="72fce4e6b2ac2bf7" providerId="LiveId" clId="{322A8344-058D-4D9B-B8A6-1FA4AE8157C5}" dt="2026-05-21T01:29:01.805" v="1344" actId="1076"/>
        <pc:sldMkLst>
          <pc:docMk/>
          <pc:sldMk cId="0" sldId="256"/>
        </pc:sldMkLst>
        <pc:spChg chg="mod">
          <ac:chgData name="Julias Jisan" userId="72fce4e6b2ac2bf7" providerId="LiveId" clId="{322A8344-058D-4D9B-B8A6-1FA4AE8157C5}" dt="2026-05-21T01:29:01.805" v="134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ulias Jisan" userId="72fce4e6b2ac2bf7" providerId="LiveId" clId="{322A8344-058D-4D9B-B8A6-1FA4AE8157C5}" dt="2026-05-20T16:41:55.373" v="185" actId="1076"/>
          <ac:spMkLst>
            <pc:docMk/>
            <pc:sldMk cId="0" sldId="256"/>
            <ac:spMk id="23" creationId="{8575740D-782F-394D-A462-A48800894D08}"/>
          </ac:spMkLst>
        </pc:spChg>
        <pc:spChg chg="mod">
          <ac:chgData name="Julias Jisan" userId="72fce4e6b2ac2bf7" providerId="LiveId" clId="{322A8344-058D-4D9B-B8A6-1FA4AE8157C5}" dt="2026-05-21T01:29:00.604" v="1343" actId="2710"/>
          <ac:spMkLst>
            <pc:docMk/>
            <pc:sldMk cId="0" sldId="256"/>
            <ac:spMk id="28" creationId="{5B053BE5-9E56-95D4-93DC-5662C7E0F706}"/>
          </ac:spMkLst>
        </pc:spChg>
        <pc:graphicFrameChg chg="modGraphic">
          <ac:chgData name="Julias Jisan" userId="72fce4e6b2ac2bf7" providerId="LiveId" clId="{322A8344-058D-4D9B-B8A6-1FA4AE8157C5}" dt="2026-05-20T16:20:30.003" v="0" actId="2165"/>
          <ac:graphicFrameMkLst>
            <pc:docMk/>
            <pc:sldMk cId="0" sldId="256"/>
            <ac:graphicFrameMk id="25" creationId="{77D04FC2-F947-82E2-FAAB-F41147407792}"/>
          </ac:graphicFrameMkLst>
        </pc:graphicFrameChg>
      </pc:sldChg>
      <pc:sldChg chg="addSp delSp modSp mod">
        <pc:chgData name="Julias Jisan" userId="72fce4e6b2ac2bf7" providerId="LiveId" clId="{322A8344-058D-4D9B-B8A6-1FA4AE8157C5}" dt="2026-05-20T16:35:25.963" v="133" actId="20577"/>
        <pc:sldMkLst>
          <pc:docMk/>
          <pc:sldMk cId="0" sldId="257"/>
        </pc:sldMkLst>
        <pc:spChg chg="add del mod">
          <ac:chgData name="Julias Jisan" userId="72fce4e6b2ac2bf7" providerId="LiveId" clId="{322A8344-058D-4D9B-B8A6-1FA4AE8157C5}" dt="2026-05-20T16:31:43.297" v="78" actId="478"/>
          <ac:spMkLst>
            <pc:docMk/>
            <pc:sldMk cId="0" sldId="257"/>
            <ac:spMk id="6" creationId="{769DB06D-014F-D347-DF04-8D9CD8FBBEFF}"/>
          </ac:spMkLst>
        </pc:spChg>
        <pc:spChg chg="add mod">
          <ac:chgData name="Julias Jisan" userId="72fce4e6b2ac2bf7" providerId="LiveId" clId="{322A8344-058D-4D9B-B8A6-1FA4AE8157C5}" dt="2026-05-20T16:29:55.147" v="59"/>
          <ac:spMkLst>
            <pc:docMk/>
            <pc:sldMk cId="0" sldId="257"/>
            <ac:spMk id="7" creationId="{BCE1A35F-A08C-8160-766A-6313DE6D7503}"/>
          </ac:spMkLst>
        </pc:spChg>
        <pc:spChg chg="add mod">
          <ac:chgData name="Julias Jisan" userId="72fce4e6b2ac2bf7" providerId="LiveId" clId="{322A8344-058D-4D9B-B8A6-1FA4AE8157C5}" dt="2026-05-20T16:35:25.963" v="133" actId="20577"/>
          <ac:spMkLst>
            <pc:docMk/>
            <pc:sldMk cId="0" sldId="257"/>
            <ac:spMk id="8" creationId="{238E5AFC-1A58-8FEB-6D79-2651F8C2BB6D}"/>
          </ac:spMkLst>
        </pc:spChg>
        <pc:spChg chg="mod">
          <ac:chgData name="Julias Jisan" userId="72fce4e6b2ac2bf7" providerId="LiveId" clId="{322A8344-058D-4D9B-B8A6-1FA4AE8157C5}" dt="2026-05-20T16:29:09.397" v="53" actId="1076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Julias Jisan" userId="72fce4e6b2ac2bf7" providerId="LiveId" clId="{322A8344-058D-4D9B-B8A6-1FA4AE8157C5}" dt="2026-05-20T16:31:40.723" v="77" actId="478"/>
          <ac:spMkLst>
            <pc:docMk/>
            <pc:sldMk cId="0" sldId="257"/>
            <ac:spMk id="19" creationId="{00000000-0000-0000-0000-000000000000}"/>
          </ac:spMkLst>
        </pc:spChg>
        <pc:spChg chg="mod">
          <ac:chgData name="Julias Jisan" userId="72fce4e6b2ac2bf7" providerId="LiveId" clId="{322A8344-058D-4D9B-B8A6-1FA4AE8157C5}" dt="2026-05-20T16:35:21.923" v="132" actId="20577"/>
          <ac:spMkLst>
            <pc:docMk/>
            <pc:sldMk cId="0" sldId="257"/>
            <ac:spMk id="20" creationId="{00000000-0000-0000-0000-000000000000}"/>
          </ac:spMkLst>
        </pc:spChg>
        <pc:picChg chg="del">
          <ac:chgData name="Julias Jisan" userId="72fce4e6b2ac2bf7" providerId="LiveId" clId="{322A8344-058D-4D9B-B8A6-1FA4AE8157C5}" dt="2026-05-20T16:29:43.797" v="56" actId="478"/>
          <ac:picMkLst>
            <pc:docMk/>
            <pc:sldMk cId="0" sldId="257"/>
            <ac:picMk id="21" creationId="{DD0A3B8A-6BCC-4C22-7918-C635B08E040E}"/>
          </ac:picMkLst>
        </pc:picChg>
      </pc:sldChg>
      <pc:sldChg chg="addSp delSp modSp mod">
        <pc:chgData name="Julias Jisan" userId="72fce4e6b2ac2bf7" providerId="LiveId" clId="{322A8344-058D-4D9B-B8A6-1FA4AE8157C5}" dt="2026-05-21T01:31:41.559" v="1368" actId="20577"/>
        <pc:sldMkLst>
          <pc:docMk/>
          <pc:sldMk cId="2020085807" sldId="271"/>
        </pc:sldMkLst>
        <pc:spChg chg="mod">
          <ac:chgData name="Julias Jisan" userId="72fce4e6b2ac2bf7" providerId="LiveId" clId="{322A8344-058D-4D9B-B8A6-1FA4AE8157C5}" dt="2026-05-20T16:37:21.173" v="163" actId="1076"/>
          <ac:spMkLst>
            <pc:docMk/>
            <pc:sldMk cId="2020085807" sldId="271"/>
            <ac:spMk id="2" creationId="{998EB809-60DD-E75C-5B1E-86E84FAF4542}"/>
          </ac:spMkLst>
        </pc:spChg>
        <pc:spChg chg="add mod">
          <ac:chgData name="Julias Jisan" userId="72fce4e6b2ac2bf7" providerId="LiveId" clId="{322A8344-058D-4D9B-B8A6-1FA4AE8157C5}" dt="2026-05-20T16:43:09.939" v="211" actId="14100"/>
          <ac:spMkLst>
            <pc:docMk/>
            <pc:sldMk cId="2020085807" sldId="271"/>
            <ac:spMk id="8" creationId="{32B87101-308B-DCFE-5810-CCD01A17A626}"/>
          </ac:spMkLst>
        </pc:spChg>
        <pc:spChg chg="add mod">
          <ac:chgData name="Julias Jisan" userId="72fce4e6b2ac2bf7" providerId="LiveId" clId="{322A8344-058D-4D9B-B8A6-1FA4AE8157C5}" dt="2026-05-20T16:42:21.297" v="188"/>
          <ac:spMkLst>
            <pc:docMk/>
            <pc:sldMk cId="2020085807" sldId="271"/>
            <ac:spMk id="9" creationId="{FA4F5EB2-98B0-3464-317A-4822C9368B93}"/>
          </ac:spMkLst>
        </pc:spChg>
        <pc:spChg chg="add mod">
          <ac:chgData name="Julias Jisan" userId="72fce4e6b2ac2bf7" providerId="LiveId" clId="{322A8344-058D-4D9B-B8A6-1FA4AE8157C5}" dt="2026-05-20T16:43:57.289" v="233" actId="14100"/>
          <ac:spMkLst>
            <pc:docMk/>
            <pc:sldMk cId="2020085807" sldId="271"/>
            <ac:spMk id="10" creationId="{1C904418-44A0-E409-DD9C-E61492D52DEF}"/>
          </ac:spMkLst>
        </pc:spChg>
        <pc:spChg chg="mod">
          <ac:chgData name="Julias Jisan" userId="72fce4e6b2ac2bf7" providerId="LiveId" clId="{322A8344-058D-4D9B-B8A6-1FA4AE8157C5}" dt="2026-05-21T01:31:41.559" v="1368" actId="20577"/>
          <ac:spMkLst>
            <pc:docMk/>
            <pc:sldMk cId="2020085807" sldId="271"/>
            <ac:spMk id="18" creationId="{78F6F6E9-C429-9B7D-ED36-45CE9F8B3B68}"/>
          </ac:spMkLst>
        </pc:spChg>
        <pc:spChg chg="mod">
          <ac:chgData name="Julias Jisan" userId="72fce4e6b2ac2bf7" providerId="LiveId" clId="{322A8344-058D-4D9B-B8A6-1FA4AE8157C5}" dt="2026-05-20T16:37:23.263" v="164" actId="1076"/>
          <ac:spMkLst>
            <pc:docMk/>
            <pc:sldMk cId="2020085807" sldId="271"/>
            <ac:spMk id="20" creationId="{259D7BFD-B25A-8B87-2895-76531B2959BE}"/>
          </ac:spMkLst>
        </pc:spChg>
        <pc:graphicFrameChg chg="del">
          <ac:chgData name="Julias Jisan" userId="72fce4e6b2ac2bf7" providerId="LiveId" clId="{322A8344-058D-4D9B-B8A6-1FA4AE8157C5}" dt="2026-05-20T16:36:19.039" v="139" actId="478"/>
          <ac:graphicFrameMkLst>
            <pc:docMk/>
            <pc:sldMk cId="2020085807" sldId="271"/>
            <ac:graphicFrameMk id="7" creationId="{2E877354-E1D7-6C0D-15D5-C048587B57C5}"/>
          </ac:graphicFrameMkLst>
        </pc:graphicFrameChg>
        <pc:picChg chg="del">
          <ac:chgData name="Julias Jisan" userId="72fce4e6b2ac2bf7" providerId="LiveId" clId="{322A8344-058D-4D9B-B8A6-1FA4AE8157C5}" dt="2026-05-20T16:36:15.773" v="138" actId="478"/>
          <ac:picMkLst>
            <pc:docMk/>
            <pc:sldMk cId="2020085807" sldId="271"/>
            <ac:picMk id="6" creationId="{D26E1808-5748-83BE-E1D1-427CC993B430}"/>
          </ac:picMkLst>
        </pc:picChg>
      </pc:sldChg>
      <pc:sldChg chg="addSp delSp modSp mod">
        <pc:chgData name="Julias Jisan" userId="72fce4e6b2ac2bf7" providerId="LiveId" clId="{322A8344-058D-4D9B-B8A6-1FA4AE8157C5}" dt="2026-05-20T16:51:11.797" v="362" actId="20577"/>
        <pc:sldMkLst>
          <pc:docMk/>
          <pc:sldMk cId="2373690348" sldId="272"/>
        </pc:sldMkLst>
        <pc:spChg chg="add mod">
          <ac:chgData name="Julias Jisan" userId="72fce4e6b2ac2bf7" providerId="LiveId" clId="{322A8344-058D-4D9B-B8A6-1FA4AE8157C5}" dt="2026-05-20T16:51:00.022" v="360" actId="15"/>
          <ac:spMkLst>
            <pc:docMk/>
            <pc:sldMk cId="2373690348" sldId="272"/>
            <ac:spMk id="6" creationId="{E33BEF31-AF2D-FCAB-1A40-3DDEAB901508}"/>
          </ac:spMkLst>
        </pc:spChg>
        <pc:spChg chg="mod">
          <ac:chgData name="Julias Jisan" userId="72fce4e6b2ac2bf7" providerId="LiveId" clId="{322A8344-058D-4D9B-B8A6-1FA4AE8157C5}" dt="2026-05-20T16:44:46.273" v="236" actId="1076"/>
          <ac:spMkLst>
            <pc:docMk/>
            <pc:sldMk cId="2373690348" sldId="272"/>
            <ac:spMk id="18" creationId="{46C4DFD7-A90D-A12C-CA91-72E4E964408D}"/>
          </ac:spMkLst>
        </pc:spChg>
        <pc:spChg chg="mod">
          <ac:chgData name="Julias Jisan" userId="72fce4e6b2ac2bf7" providerId="LiveId" clId="{322A8344-058D-4D9B-B8A6-1FA4AE8157C5}" dt="2026-05-20T16:51:11.797" v="362" actId="20577"/>
          <ac:spMkLst>
            <pc:docMk/>
            <pc:sldMk cId="2373690348" sldId="272"/>
            <ac:spMk id="20" creationId="{95250E1C-708F-E162-FA88-1EB83C762104}"/>
          </ac:spMkLst>
        </pc:spChg>
        <pc:graphicFrameChg chg="del">
          <ac:chgData name="Julias Jisan" userId="72fce4e6b2ac2bf7" providerId="LiveId" clId="{322A8344-058D-4D9B-B8A6-1FA4AE8157C5}" dt="2026-05-20T16:46:40.523" v="237" actId="478"/>
          <ac:graphicFrameMkLst>
            <pc:docMk/>
            <pc:sldMk cId="2373690348" sldId="272"/>
            <ac:graphicFrameMk id="7" creationId="{C5AF0AA6-C8D2-F8FD-E67B-C35663A924DD}"/>
          </ac:graphicFrameMkLst>
        </pc:graphicFrameChg>
      </pc:sldChg>
      <pc:sldChg chg="addSp delSp modSp mod">
        <pc:chgData name="Julias Jisan" userId="72fce4e6b2ac2bf7" providerId="LiveId" clId="{322A8344-058D-4D9B-B8A6-1FA4AE8157C5}" dt="2026-05-21T01:03:16.986" v="964" actId="255"/>
        <pc:sldMkLst>
          <pc:docMk/>
          <pc:sldMk cId="3636977806" sldId="273"/>
        </pc:sldMkLst>
        <pc:spChg chg="add del mod">
          <ac:chgData name="Julias Jisan" userId="72fce4e6b2ac2bf7" providerId="LiveId" clId="{322A8344-058D-4D9B-B8A6-1FA4AE8157C5}" dt="2026-05-21T00:52:36.873" v="787" actId="1076"/>
          <ac:spMkLst>
            <pc:docMk/>
            <pc:sldMk cId="3636977806" sldId="273"/>
            <ac:spMk id="2" creationId="{9FDEA09A-60AE-677F-C275-0B212503574A}"/>
          </ac:spMkLst>
        </pc:spChg>
        <pc:spChg chg="add">
          <ac:chgData name="Julias Jisan" userId="72fce4e6b2ac2bf7" providerId="LiveId" clId="{322A8344-058D-4D9B-B8A6-1FA4AE8157C5}" dt="2026-05-21T00:52:00.310" v="780"/>
          <ac:spMkLst>
            <pc:docMk/>
            <pc:sldMk cId="3636977806" sldId="273"/>
            <ac:spMk id="6" creationId="{71B98CF2-EFD8-0826-BCFF-34244A1F44C1}"/>
          </ac:spMkLst>
        </pc:spChg>
        <pc:spChg chg="add del mod">
          <ac:chgData name="Julias Jisan" userId="72fce4e6b2ac2bf7" providerId="LiveId" clId="{322A8344-058D-4D9B-B8A6-1FA4AE8157C5}" dt="2026-05-21T00:49:24.752" v="765" actId="1076"/>
          <ac:spMkLst>
            <pc:docMk/>
            <pc:sldMk cId="3636977806" sldId="273"/>
            <ac:spMk id="8" creationId="{A5EC35E0-A702-DDB1-3DF1-BFA104816E72}"/>
          </ac:spMkLst>
        </pc:spChg>
        <pc:spChg chg="add mod">
          <ac:chgData name="Julias Jisan" userId="72fce4e6b2ac2bf7" providerId="LiveId" clId="{322A8344-058D-4D9B-B8A6-1FA4AE8157C5}" dt="2026-05-21T01:03:16.986" v="964" actId="255"/>
          <ac:spMkLst>
            <pc:docMk/>
            <pc:sldMk cId="3636977806" sldId="273"/>
            <ac:spMk id="10" creationId="{8A844D0A-E626-52AC-6BE4-B1C9243B3C18}"/>
          </ac:spMkLst>
        </pc:spChg>
        <pc:spChg chg="mod">
          <ac:chgData name="Julias Jisan" userId="72fce4e6b2ac2bf7" providerId="LiveId" clId="{322A8344-058D-4D9B-B8A6-1FA4AE8157C5}" dt="2026-05-20T16:53:06.963" v="369" actId="1076"/>
          <ac:spMkLst>
            <pc:docMk/>
            <pc:sldMk cId="3636977806" sldId="273"/>
            <ac:spMk id="18" creationId="{CB3F9FFB-B1CA-2CBF-0590-88E2C5148BAF}"/>
          </ac:spMkLst>
        </pc:spChg>
        <pc:picChg chg="add mod modCrop">
          <ac:chgData name="Julias Jisan" userId="72fce4e6b2ac2bf7" providerId="LiveId" clId="{322A8344-058D-4D9B-B8A6-1FA4AE8157C5}" dt="2026-05-21T01:02:39.523" v="913" actId="732"/>
          <ac:picMkLst>
            <pc:docMk/>
            <pc:sldMk cId="3636977806" sldId="273"/>
            <ac:picMk id="9" creationId="{57D4DD4F-847E-F1D3-0EFF-39DFD0751D50}"/>
          </ac:picMkLst>
        </pc:picChg>
        <pc:picChg chg="add mod">
          <ac:chgData name="Julias Jisan" userId="72fce4e6b2ac2bf7" providerId="LiveId" clId="{322A8344-058D-4D9B-B8A6-1FA4AE8157C5}" dt="2026-05-21T00:49:24.752" v="765" actId="1076"/>
          <ac:picMkLst>
            <pc:docMk/>
            <pc:sldMk cId="3636977806" sldId="273"/>
            <ac:picMk id="1026" creationId="{DB5F1354-5552-05B8-7DD5-F1D9C50270DD}"/>
          </ac:picMkLst>
        </pc:picChg>
        <pc:picChg chg="add del mod">
          <ac:chgData name="Julias Jisan" userId="72fce4e6b2ac2bf7" providerId="LiveId" clId="{322A8344-058D-4D9B-B8A6-1FA4AE8157C5}" dt="2026-05-21T00:49:55.136" v="772" actId="478"/>
          <ac:picMkLst>
            <pc:docMk/>
            <pc:sldMk cId="3636977806" sldId="273"/>
            <ac:picMk id="1028" creationId="{F90D0A98-E35D-1D48-6BBE-9B19578050B2}"/>
          </ac:picMkLst>
        </pc:picChg>
        <pc:picChg chg="add del mod">
          <ac:chgData name="Julias Jisan" userId="72fce4e6b2ac2bf7" providerId="LiveId" clId="{322A8344-058D-4D9B-B8A6-1FA4AE8157C5}" dt="2026-05-21T00:50:41.059" v="779" actId="478"/>
          <ac:picMkLst>
            <pc:docMk/>
            <pc:sldMk cId="3636977806" sldId="273"/>
            <ac:picMk id="1030" creationId="{9E35C31B-C776-9B1A-C6F8-A3AE0E6CA83F}"/>
          </ac:picMkLst>
        </pc:picChg>
      </pc:sldChg>
      <pc:sldChg chg="addSp delSp modSp mod">
        <pc:chgData name="Julias Jisan" userId="72fce4e6b2ac2bf7" providerId="LiveId" clId="{322A8344-058D-4D9B-B8A6-1FA4AE8157C5}" dt="2026-05-20T17:01:50.672" v="548" actId="15"/>
        <pc:sldMkLst>
          <pc:docMk/>
          <pc:sldMk cId="2224854913" sldId="274"/>
        </pc:sldMkLst>
        <pc:spChg chg="add mod">
          <ac:chgData name="Julias Jisan" userId="72fce4e6b2ac2bf7" providerId="LiveId" clId="{322A8344-058D-4D9B-B8A6-1FA4AE8157C5}" dt="2026-05-20T17:01:50.672" v="548" actId="15"/>
          <ac:spMkLst>
            <pc:docMk/>
            <pc:sldMk cId="2224854913" sldId="274"/>
            <ac:spMk id="6" creationId="{27E0D2F3-FDC0-6274-57B4-467BAA736732}"/>
          </ac:spMkLst>
        </pc:spChg>
        <pc:spChg chg="mod">
          <ac:chgData name="Julias Jisan" userId="72fce4e6b2ac2bf7" providerId="LiveId" clId="{322A8344-058D-4D9B-B8A6-1FA4AE8157C5}" dt="2026-05-20T17:00:27.973" v="515" actId="1076"/>
          <ac:spMkLst>
            <pc:docMk/>
            <pc:sldMk cId="2224854913" sldId="274"/>
            <ac:spMk id="8" creationId="{8E70C135-367F-DFB0-527B-66F424334307}"/>
          </ac:spMkLst>
        </pc:spChg>
        <pc:spChg chg="mod">
          <ac:chgData name="Julias Jisan" userId="72fce4e6b2ac2bf7" providerId="LiveId" clId="{322A8344-058D-4D9B-B8A6-1FA4AE8157C5}" dt="2026-05-20T16:58:02.023" v="460" actId="1076"/>
          <ac:spMkLst>
            <pc:docMk/>
            <pc:sldMk cId="2224854913" sldId="274"/>
            <ac:spMk id="18" creationId="{E56D88B9-F6E6-4BE2-1B9E-159C3D44ED20}"/>
          </ac:spMkLst>
        </pc:spChg>
        <pc:picChg chg="del">
          <ac:chgData name="Julias Jisan" userId="72fce4e6b2ac2bf7" providerId="LiveId" clId="{322A8344-058D-4D9B-B8A6-1FA4AE8157C5}" dt="2026-05-20T16:58:26.297" v="461" actId="478"/>
          <ac:picMkLst>
            <pc:docMk/>
            <pc:sldMk cId="2224854913" sldId="274"/>
            <ac:picMk id="13" creationId="{8049F6A3-FB91-E2B2-ADF5-DC44FBB2DAE2}"/>
          </ac:picMkLst>
        </pc:picChg>
      </pc:sldChg>
      <pc:sldChg chg="addSp delSp modSp mod">
        <pc:chgData name="Julias Jisan" userId="72fce4e6b2ac2bf7" providerId="LiveId" clId="{322A8344-058D-4D9B-B8A6-1FA4AE8157C5}" dt="2026-05-21T01:17:04.793" v="1211" actId="1076"/>
        <pc:sldMkLst>
          <pc:docMk/>
          <pc:sldMk cId="1813560903" sldId="275"/>
        </pc:sldMkLst>
        <pc:spChg chg="mod">
          <ac:chgData name="Julias Jisan" userId="72fce4e6b2ac2bf7" providerId="LiveId" clId="{322A8344-058D-4D9B-B8A6-1FA4AE8157C5}" dt="2026-05-21T01:04:23.016" v="1014" actId="20577"/>
          <ac:spMkLst>
            <pc:docMk/>
            <pc:sldMk cId="1813560903" sldId="275"/>
            <ac:spMk id="7" creationId="{C48582FD-F560-3BAC-FEDE-AD00B7B3A567}"/>
          </ac:spMkLst>
        </pc:spChg>
        <pc:spChg chg="add del mod">
          <ac:chgData name="Julias Jisan" userId="72fce4e6b2ac2bf7" providerId="LiveId" clId="{322A8344-058D-4D9B-B8A6-1FA4AE8157C5}" dt="2026-05-21T00:53:57.859" v="793" actId="478"/>
          <ac:spMkLst>
            <pc:docMk/>
            <pc:sldMk cId="1813560903" sldId="275"/>
            <ac:spMk id="8" creationId="{460C7A8E-6E41-40CC-DA4D-D9428357F521}"/>
          </ac:spMkLst>
        </pc:spChg>
        <pc:spChg chg="add mod">
          <ac:chgData name="Julias Jisan" userId="72fce4e6b2ac2bf7" providerId="LiveId" clId="{322A8344-058D-4D9B-B8A6-1FA4AE8157C5}" dt="2026-05-21T01:17:04.793" v="1211" actId="1076"/>
          <ac:spMkLst>
            <pc:docMk/>
            <pc:sldMk cId="1813560903" sldId="275"/>
            <ac:spMk id="12" creationId="{716C6879-6BA6-D1B1-ACFF-8A05F30DF139}"/>
          </ac:spMkLst>
        </pc:spChg>
        <pc:spChg chg="mod">
          <ac:chgData name="Julias Jisan" userId="72fce4e6b2ac2bf7" providerId="LiveId" clId="{322A8344-058D-4D9B-B8A6-1FA4AE8157C5}" dt="2026-05-20T17:08:43.147" v="551" actId="1076"/>
          <ac:spMkLst>
            <pc:docMk/>
            <pc:sldMk cId="1813560903" sldId="275"/>
            <ac:spMk id="18" creationId="{C7734ACC-0CA7-72CB-1FD4-1180A212518E}"/>
          </ac:spMkLst>
        </pc:spChg>
        <pc:picChg chg="del">
          <ac:chgData name="Julias Jisan" userId="72fce4e6b2ac2bf7" providerId="LiveId" clId="{322A8344-058D-4D9B-B8A6-1FA4AE8157C5}" dt="2026-05-20T17:09:15.814" v="552" actId="478"/>
          <ac:picMkLst>
            <pc:docMk/>
            <pc:sldMk cId="1813560903" sldId="275"/>
            <ac:picMk id="9" creationId="{018F1C2C-4992-919E-894E-3B554F2A29A9}"/>
          </ac:picMkLst>
        </pc:picChg>
        <pc:picChg chg="add mod">
          <ac:chgData name="Julias Jisan" userId="72fce4e6b2ac2bf7" providerId="LiveId" clId="{322A8344-058D-4D9B-B8A6-1FA4AE8157C5}" dt="2026-05-21T00:54:38.521" v="800" actId="1076"/>
          <ac:picMkLst>
            <pc:docMk/>
            <pc:sldMk cId="1813560903" sldId="275"/>
            <ac:picMk id="11" creationId="{6191E86A-6A6B-6524-CBDC-D37CE00ADB5B}"/>
          </ac:picMkLst>
        </pc:picChg>
      </pc:sldChg>
      <pc:sldChg chg="addSp delSp modSp mod">
        <pc:chgData name="Julias Jisan" userId="72fce4e6b2ac2bf7" providerId="LiveId" clId="{322A8344-058D-4D9B-B8A6-1FA4AE8157C5}" dt="2026-05-21T01:12:12.539" v="1140" actId="20577"/>
        <pc:sldMkLst>
          <pc:docMk/>
          <pc:sldMk cId="3696781121" sldId="276"/>
        </pc:sldMkLst>
        <pc:spChg chg="mod">
          <ac:chgData name="Julias Jisan" userId="72fce4e6b2ac2bf7" providerId="LiveId" clId="{322A8344-058D-4D9B-B8A6-1FA4AE8157C5}" dt="2026-05-21T00:39:29.183" v="758" actId="1037"/>
          <ac:spMkLst>
            <pc:docMk/>
            <pc:sldMk cId="3696781121" sldId="276"/>
            <ac:spMk id="2" creationId="{1D75B32C-8891-C39F-7CF8-6F486FBD56CC}"/>
          </ac:spMkLst>
        </pc:spChg>
        <pc:spChg chg="add mod">
          <ac:chgData name="Julias Jisan" userId="72fce4e6b2ac2bf7" providerId="LiveId" clId="{322A8344-058D-4D9B-B8A6-1FA4AE8157C5}" dt="2026-05-21T01:11:28.547" v="1095" actId="20577"/>
          <ac:spMkLst>
            <pc:docMk/>
            <pc:sldMk cId="3696781121" sldId="276"/>
            <ac:spMk id="7" creationId="{8C8CD267-7A2D-A919-8E71-3684E13829B8}"/>
          </ac:spMkLst>
        </pc:spChg>
        <pc:spChg chg="add mod">
          <ac:chgData name="Julias Jisan" userId="72fce4e6b2ac2bf7" providerId="LiveId" clId="{322A8344-058D-4D9B-B8A6-1FA4AE8157C5}" dt="2026-05-20T17:47:32.096" v="721"/>
          <ac:spMkLst>
            <pc:docMk/>
            <pc:sldMk cId="3696781121" sldId="276"/>
            <ac:spMk id="9" creationId="{74B7BC59-1B1A-884A-A995-099183678B41}"/>
          </ac:spMkLst>
        </pc:spChg>
        <pc:spChg chg="add mod">
          <ac:chgData name="Julias Jisan" userId="72fce4e6b2ac2bf7" providerId="LiveId" clId="{322A8344-058D-4D9B-B8A6-1FA4AE8157C5}" dt="2026-05-21T01:12:12.539" v="1140" actId="20577"/>
          <ac:spMkLst>
            <pc:docMk/>
            <pc:sldMk cId="3696781121" sldId="276"/>
            <ac:spMk id="10" creationId="{18DFC998-BBCF-927D-1BB2-3E9FDD19D0B3}"/>
          </ac:spMkLst>
        </pc:spChg>
        <pc:spChg chg="mod">
          <ac:chgData name="Julias Jisan" userId="72fce4e6b2ac2bf7" providerId="LiveId" clId="{322A8344-058D-4D9B-B8A6-1FA4AE8157C5}" dt="2026-05-20T17:46:13.723" v="693" actId="1076"/>
          <ac:spMkLst>
            <pc:docMk/>
            <pc:sldMk cId="3696781121" sldId="276"/>
            <ac:spMk id="18" creationId="{A1BF86DB-1DCC-2BFA-6B2A-E597669E501B}"/>
          </ac:spMkLst>
        </pc:spChg>
        <pc:picChg chg="del">
          <ac:chgData name="Julias Jisan" userId="72fce4e6b2ac2bf7" providerId="LiveId" clId="{322A8344-058D-4D9B-B8A6-1FA4AE8157C5}" dt="2026-05-20T17:46:16.873" v="695" actId="478"/>
          <ac:picMkLst>
            <pc:docMk/>
            <pc:sldMk cId="3696781121" sldId="276"/>
            <ac:picMk id="8" creationId="{D04FAB8E-F278-10F5-E1AC-B0EEDAF959E5}"/>
          </ac:picMkLst>
        </pc:picChg>
        <pc:picChg chg="del">
          <ac:chgData name="Julias Jisan" userId="72fce4e6b2ac2bf7" providerId="LiveId" clId="{322A8344-058D-4D9B-B8A6-1FA4AE8157C5}" dt="2026-05-20T17:46:15.263" v="694" actId="478"/>
          <ac:picMkLst>
            <pc:docMk/>
            <pc:sldMk cId="3696781121" sldId="276"/>
            <ac:picMk id="11" creationId="{C5A598D3-BAEE-7736-AC95-5433FF527040}"/>
          </ac:picMkLst>
        </pc:picChg>
      </pc:sldChg>
      <pc:sldChg chg="addSp delSp modSp mod">
        <pc:chgData name="Julias Jisan" userId="72fce4e6b2ac2bf7" providerId="LiveId" clId="{322A8344-058D-4D9B-B8A6-1FA4AE8157C5}" dt="2026-05-21T01:09:50.905" v="1073" actId="1076"/>
        <pc:sldMkLst>
          <pc:docMk/>
          <pc:sldMk cId="2505378172" sldId="277"/>
        </pc:sldMkLst>
        <pc:spChg chg="add mod">
          <ac:chgData name="Julias Jisan" userId="72fce4e6b2ac2bf7" providerId="LiveId" clId="{322A8344-058D-4D9B-B8A6-1FA4AE8157C5}" dt="2026-05-21T01:08:50.596" v="1061" actId="14100"/>
          <ac:spMkLst>
            <pc:docMk/>
            <pc:sldMk cId="2505378172" sldId="277"/>
            <ac:spMk id="8" creationId="{AB923816-194B-69A2-05FA-140B125F700B}"/>
          </ac:spMkLst>
        </pc:spChg>
        <pc:spChg chg="add mod">
          <ac:chgData name="Julias Jisan" userId="72fce4e6b2ac2bf7" providerId="LiveId" clId="{322A8344-058D-4D9B-B8A6-1FA4AE8157C5}" dt="2026-05-21T01:09:47.084" v="1072" actId="255"/>
          <ac:spMkLst>
            <pc:docMk/>
            <pc:sldMk cId="2505378172" sldId="277"/>
            <ac:spMk id="9" creationId="{9B4E1812-C93E-54DE-EC00-D4E96DCEC911}"/>
          </ac:spMkLst>
        </pc:spChg>
        <pc:spChg chg="del">
          <ac:chgData name="Julias Jisan" userId="72fce4e6b2ac2bf7" providerId="LiveId" clId="{322A8344-058D-4D9B-B8A6-1FA4AE8157C5}" dt="2026-05-21T01:08:03.566" v="1058" actId="478"/>
          <ac:spMkLst>
            <pc:docMk/>
            <pc:sldMk cId="2505378172" sldId="277"/>
            <ac:spMk id="13" creationId="{84285C5A-03E1-D41D-3505-55F5B70EB87C}"/>
          </ac:spMkLst>
        </pc:spChg>
        <pc:spChg chg="mod">
          <ac:chgData name="Julias Jisan" userId="72fce4e6b2ac2bf7" providerId="LiveId" clId="{322A8344-058D-4D9B-B8A6-1FA4AE8157C5}" dt="2026-05-21T01:07:59.817" v="1057" actId="1076"/>
          <ac:spMkLst>
            <pc:docMk/>
            <pc:sldMk cId="2505378172" sldId="277"/>
            <ac:spMk id="18" creationId="{E29D1BC4-3195-62D3-A594-FBF3C4AF4F34}"/>
          </ac:spMkLst>
        </pc:spChg>
        <pc:grpChg chg="mod">
          <ac:chgData name="Julias Jisan" userId="72fce4e6b2ac2bf7" providerId="LiveId" clId="{322A8344-058D-4D9B-B8A6-1FA4AE8157C5}" dt="2026-05-21T01:07:52.961" v="1056" actId="1076"/>
          <ac:grpSpMkLst>
            <pc:docMk/>
            <pc:sldMk cId="2505378172" sldId="277"/>
            <ac:grpSpMk id="3" creationId="{358F6ECE-715A-FF9D-FD2C-91A944A33875}"/>
          </ac:grpSpMkLst>
        </pc:grpChg>
        <pc:graphicFrameChg chg="add mod modGraphic">
          <ac:chgData name="Julias Jisan" userId="72fce4e6b2ac2bf7" providerId="LiveId" clId="{322A8344-058D-4D9B-B8A6-1FA4AE8157C5}" dt="2026-05-21T01:09:50.905" v="1073" actId="1076"/>
          <ac:graphicFrameMkLst>
            <pc:docMk/>
            <pc:sldMk cId="2505378172" sldId="277"/>
            <ac:graphicFrameMk id="7" creationId="{B400AAAE-05D2-1763-6954-5E91B5FB4EF3}"/>
          </ac:graphicFrameMkLst>
        </pc:graphicFrameChg>
        <pc:picChg chg="del">
          <ac:chgData name="Julias Jisan" userId="72fce4e6b2ac2bf7" providerId="LiveId" clId="{322A8344-058D-4D9B-B8A6-1FA4AE8157C5}" dt="2026-05-21T01:07:38.262" v="1040" actId="478"/>
          <ac:picMkLst>
            <pc:docMk/>
            <pc:sldMk cId="2505378172" sldId="277"/>
            <ac:picMk id="17" creationId="{ED7D6EA4-469D-57B5-FD79-4B0776CD4E38}"/>
          </ac:picMkLst>
        </pc:picChg>
      </pc:sldChg>
      <pc:sldChg chg="del">
        <pc:chgData name="Julias Jisan" userId="72fce4e6b2ac2bf7" providerId="LiveId" clId="{322A8344-058D-4D9B-B8A6-1FA4AE8157C5}" dt="2026-05-21T01:15:01.047" v="1166" actId="47"/>
        <pc:sldMkLst>
          <pc:docMk/>
          <pc:sldMk cId="1019722420" sldId="278"/>
        </pc:sldMkLst>
      </pc:sldChg>
      <pc:sldChg chg="del">
        <pc:chgData name="Julias Jisan" userId="72fce4e6b2ac2bf7" providerId="LiveId" clId="{322A8344-058D-4D9B-B8A6-1FA4AE8157C5}" dt="2026-05-21T01:15:02.610" v="1167" actId="47"/>
        <pc:sldMkLst>
          <pc:docMk/>
          <pc:sldMk cId="536254582" sldId="279"/>
        </pc:sldMkLst>
      </pc:sldChg>
      <pc:sldChg chg="del">
        <pc:chgData name="Julias Jisan" userId="72fce4e6b2ac2bf7" providerId="LiveId" clId="{322A8344-058D-4D9B-B8A6-1FA4AE8157C5}" dt="2026-05-21T01:15:03.543" v="1168" actId="47"/>
        <pc:sldMkLst>
          <pc:docMk/>
          <pc:sldMk cId="2261439150" sldId="280"/>
        </pc:sldMkLst>
      </pc:sldChg>
      <pc:sldChg chg="addSp delSp modSp mod">
        <pc:chgData name="Julias Jisan" userId="72fce4e6b2ac2bf7" providerId="LiveId" clId="{322A8344-058D-4D9B-B8A6-1FA4AE8157C5}" dt="2026-05-21T01:27:06.864" v="1342" actId="14100"/>
        <pc:sldMkLst>
          <pc:docMk/>
          <pc:sldMk cId="2761205369" sldId="281"/>
        </pc:sldMkLst>
        <pc:spChg chg="del mod">
          <ac:chgData name="Julias Jisan" userId="72fce4e6b2ac2bf7" providerId="LiveId" clId="{322A8344-058D-4D9B-B8A6-1FA4AE8157C5}" dt="2026-05-21T01:16:22.306" v="1176" actId="478"/>
          <ac:spMkLst>
            <pc:docMk/>
            <pc:sldMk cId="2761205369" sldId="281"/>
            <ac:spMk id="7" creationId="{25E167D7-8B61-0038-C8CE-14AC4BBFFE6E}"/>
          </ac:spMkLst>
        </pc:spChg>
        <pc:spChg chg="del">
          <ac:chgData name="Julias Jisan" userId="72fce4e6b2ac2bf7" providerId="LiveId" clId="{322A8344-058D-4D9B-B8A6-1FA4AE8157C5}" dt="2026-05-20T17:14:27.497" v="642" actId="478"/>
          <ac:spMkLst>
            <pc:docMk/>
            <pc:sldMk cId="2761205369" sldId="281"/>
            <ac:spMk id="17" creationId="{CF4B105E-EC02-498A-26CC-1E2F29238EB7}"/>
          </ac:spMkLst>
        </pc:spChg>
        <pc:spChg chg="mod">
          <ac:chgData name="Julias Jisan" userId="72fce4e6b2ac2bf7" providerId="LiveId" clId="{322A8344-058D-4D9B-B8A6-1FA4AE8157C5}" dt="2026-05-20T17:14:19.763" v="640" actId="1076"/>
          <ac:spMkLst>
            <pc:docMk/>
            <pc:sldMk cId="2761205369" sldId="281"/>
            <ac:spMk id="18" creationId="{5BAF22C2-3B2D-73EA-300D-FDAF80224997}"/>
          </ac:spMkLst>
        </pc:spChg>
        <pc:graphicFrameChg chg="add mod modGraphic">
          <ac:chgData name="Julias Jisan" userId="72fce4e6b2ac2bf7" providerId="LiveId" clId="{322A8344-058D-4D9B-B8A6-1FA4AE8157C5}" dt="2026-05-21T01:27:06.864" v="1342" actId="14100"/>
          <ac:graphicFrameMkLst>
            <pc:docMk/>
            <pc:sldMk cId="2761205369" sldId="281"/>
            <ac:graphicFrameMk id="8" creationId="{63E05D75-C61C-47A3-4591-29DF2CC15326}"/>
          </ac:graphicFrameMkLst>
        </pc:graphicFrameChg>
        <pc:picChg chg="del">
          <ac:chgData name="Julias Jisan" userId="72fce4e6b2ac2bf7" providerId="LiveId" clId="{322A8344-058D-4D9B-B8A6-1FA4AE8157C5}" dt="2026-05-20T17:14:21.347" v="641" actId="478"/>
          <ac:picMkLst>
            <pc:docMk/>
            <pc:sldMk cId="2761205369" sldId="281"/>
            <ac:picMk id="15" creationId="{E5D6567A-5F03-AC9C-68CE-AF8BBF555519}"/>
          </ac:picMkLst>
        </pc:picChg>
      </pc:sldChg>
      <pc:sldChg chg="addSp delSp modSp del mod">
        <pc:chgData name="Julias Jisan" userId="72fce4e6b2ac2bf7" providerId="LiveId" clId="{322A8344-058D-4D9B-B8A6-1FA4AE8157C5}" dt="2026-05-21T01:16:07.023" v="1175" actId="47"/>
        <pc:sldMkLst>
          <pc:docMk/>
          <pc:sldMk cId="236799734" sldId="282"/>
        </pc:sldMkLst>
        <pc:spChg chg="del mod">
          <ac:chgData name="Julias Jisan" userId="72fce4e6b2ac2bf7" providerId="LiveId" clId="{322A8344-058D-4D9B-B8A6-1FA4AE8157C5}" dt="2026-05-20T17:16:18.997" v="650" actId="478"/>
          <ac:spMkLst>
            <pc:docMk/>
            <pc:sldMk cId="236799734" sldId="282"/>
            <ac:spMk id="7" creationId="{92C363EA-CD56-5C8A-A45C-F3091C2AEE76}"/>
          </ac:spMkLst>
        </pc:spChg>
        <pc:spChg chg="mod">
          <ac:chgData name="Julias Jisan" userId="72fce4e6b2ac2bf7" providerId="LiveId" clId="{322A8344-058D-4D9B-B8A6-1FA4AE8157C5}" dt="2026-05-20T17:15:33.813" v="647" actId="1076"/>
          <ac:spMkLst>
            <pc:docMk/>
            <pc:sldMk cId="236799734" sldId="282"/>
            <ac:spMk id="18" creationId="{F8B4CAF0-F7E7-B4E2-CE88-78C8A1B6E37E}"/>
          </ac:spMkLst>
        </pc:spChg>
        <pc:graphicFrameChg chg="add mod modGraphic">
          <ac:chgData name="Julias Jisan" userId="72fce4e6b2ac2bf7" providerId="LiveId" clId="{322A8344-058D-4D9B-B8A6-1FA4AE8157C5}" dt="2026-05-20T17:33:37.412" v="690" actId="122"/>
          <ac:graphicFrameMkLst>
            <pc:docMk/>
            <pc:sldMk cId="236799734" sldId="282"/>
            <ac:graphicFrameMk id="8" creationId="{96527723-AFEB-BF1B-0FF6-8E511FD6DDCB}"/>
          </ac:graphicFrameMkLst>
        </pc:graphicFrameChg>
        <pc:picChg chg="del">
          <ac:chgData name="Julias Jisan" userId="72fce4e6b2ac2bf7" providerId="LiveId" clId="{322A8344-058D-4D9B-B8A6-1FA4AE8157C5}" dt="2026-05-20T17:32:33.297" v="680" actId="478"/>
          <ac:picMkLst>
            <pc:docMk/>
            <pc:sldMk cId="236799734" sldId="282"/>
            <ac:picMk id="9" creationId="{5A87BC39-72BA-22B8-B00B-AD4A150BF3F3}"/>
          </ac:picMkLst>
        </pc:picChg>
      </pc:sldChg>
      <pc:sldChg chg="del">
        <pc:chgData name="Julias Jisan" userId="72fce4e6b2ac2bf7" providerId="LiveId" clId="{322A8344-058D-4D9B-B8A6-1FA4AE8157C5}" dt="2026-05-21T01:15:04.527" v="1169" actId="47"/>
        <pc:sldMkLst>
          <pc:docMk/>
          <pc:sldMk cId="2041873238" sldId="283"/>
        </pc:sldMkLst>
      </pc:sldChg>
      <pc:sldChg chg="del">
        <pc:chgData name="Julias Jisan" userId="72fce4e6b2ac2bf7" providerId="LiveId" clId="{322A8344-058D-4D9B-B8A6-1FA4AE8157C5}" dt="2026-05-21T01:15:06.117" v="1170" actId="47"/>
        <pc:sldMkLst>
          <pc:docMk/>
          <pc:sldMk cId="2459575952" sldId="284"/>
        </pc:sldMkLst>
      </pc:sldChg>
      <pc:sldChg chg="del">
        <pc:chgData name="Julias Jisan" userId="72fce4e6b2ac2bf7" providerId="LiveId" clId="{322A8344-058D-4D9B-B8A6-1FA4AE8157C5}" dt="2026-05-21T01:15:07.795" v="1171" actId="47"/>
        <pc:sldMkLst>
          <pc:docMk/>
          <pc:sldMk cId="238371481" sldId="285"/>
        </pc:sldMkLst>
      </pc:sldChg>
      <pc:sldChg chg="del">
        <pc:chgData name="Julias Jisan" userId="72fce4e6b2ac2bf7" providerId="LiveId" clId="{322A8344-058D-4D9B-B8A6-1FA4AE8157C5}" dt="2026-05-21T01:15:20.360" v="1174" actId="47"/>
        <pc:sldMkLst>
          <pc:docMk/>
          <pc:sldMk cId="1051838466" sldId="287"/>
        </pc:sldMkLst>
      </pc:sldChg>
      <pc:sldChg chg="delSp modSp add del mod">
        <pc:chgData name="Julias Jisan" userId="72fce4e6b2ac2bf7" providerId="LiveId" clId="{322A8344-058D-4D9B-B8A6-1FA4AE8157C5}" dt="2026-05-20T16:28:34.262" v="49" actId="122"/>
        <pc:sldMkLst>
          <pc:docMk/>
          <pc:sldMk cId="2211928042" sldId="288"/>
        </pc:sldMkLst>
        <pc:spChg chg="mod">
          <ac:chgData name="Julias Jisan" userId="72fce4e6b2ac2bf7" providerId="LiveId" clId="{322A8344-058D-4D9B-B8A6-1FA4AE8157C5}" dt="2026-05-20T16:28:34.262" v="49" actId="122"/>
          <ac:spMkLst>
            <pc:docMk/>
            <pc:sldMk cId="2211928042" sldId="288"/>
            <ac:spMk id="6" creationId="{05DB094A-64C0-E797-F897-C9E7A08C08F6}"/>
          </ac:spMkLst>
        </pc:spChg>
        <pc:spChg chg="del">
          <ac:chgData name="Julias Jisan" userId="72fce4e6b2ac2bf7" providerId="LiveId" clId="{322A8344-058D-4D9B-B8A6-1FA4AE8157C5}" dt="2026-05-20T16:27:53.773" v="42" actId="478"/>
          <ac:spMkLst>
            <pc:docMk/>
            <pc:sldMk cId="2211928042" sldId="288"/>
            <ac:spMk id="9" creationId="{AB4C8F9B-038B-7A71-E50A-AD4037CBF8C8}"/>
          </ac:spMkLst>
        </pc:spChg>
      </pc:sldChg>
      <pc:sldChg chg="delSp modSp add mod">
        <pc:chgData name="Julias Jisan" userId="72fce4e6b2ac2bf7" providerId="LiveId" clId="{322A8344-058D-4D9B-B8A6-1FA4AE8157C5}" dt="2026-05-20T16:33:56.939" v="118" actId="1076"/>
        <pc:sldMkLst>
          <pc:docMk/>
          <pc:sldMk cId="70234096" sldId="289"/>
        </pc:sldMkLst>
        <pc:spChg chg="mod">
          <ac:chgData name="Julias Jisan" userId="72fce4e6b2ac2bf7" providerId="LiveId" clId="{322A8344-058D-4D9B-B8A6-1FA4AE8157C5}" dt="2026-05-20T16:33:56.939" v="118" actId="1076"/>
          <ac:spMkLst>
            <pc:docMk/>
            <pc:sldMk cId="70234096" sldId="289"/>
            <ac:spMk id="6" creationId="{70004D94-23D6-E3C3-5ADA-A80E7C8F0D28}"/>
          </ac:spMkLst>
        </pc:spChg>
        <pc:spChg chg="mod">
          <ac:chgData name="Julias Jisan" userId="72fce4e6b2ac2bf7" providerId="LiveId" clId="{322A8344-058D-4D9B-B8A6-1FA4AE8157C5}" dt="2026-05-20T16:32:58.347" v="99" actId="14100"/>
          <ac:spMkLst>
            <pc:docMk/>
            <pc:sldMk cId="70234096" sldId="289"/>
            <ac:spMk id="18" creationId="{239E5865-1496-4B18-2635-0B7E28CDA6B0}"/>
          </ac:spMkLst>
        </pc:spChg>
        <pc:spChg chg="del">
          <ac:chgData name="Julias Jisan" userId="72fce4e6b2ac2bf7" providerId="LiveId" clId="{322A8344-058D-4D9B-B8A6-1FA4AE8157C5}" dt="2026-05-20T16:33:09.897" v="101" actId="478"/>
          <ac:spMkLst>
            <pc:docMk/>
            <pc:sldMk cId="70234096" sldId="289"/>
            <ac:spMk id="19" creationId="{4D9DBD44-C3F2-9F8B-E735-9FFD90264DEE}"/>
          </ac:spMkLst>
        </pc:spChg>
        <pc:spChg chg="del">
          <ac:chgData name="Julias Jisan" userId="72fce4e6b2ac2bf7" providerId="LiveId" clId="{322A8344-058D-4D9B-B8A6-1FA4AE8157C5}" dt="2026-05-20T16:33:04.274" v="100" actId="478"/>
          <ac:spMkLst>
            <pc:docMk/>
            <pc:sldMk cId="70234096" sldId="289"/>
            <ac:spMk id="20" creationId="{E2C451FD-F45A-CDD7-DCDC-B73BD413CE23}"/>
          </ac:spMkLst>
        </pc:spChg>
      </pc:sldChg>
      <pc:sldChg chg="addSp delSp modSp add mod">
        <pc:chgData name="Julias Jisan" userId="72fce4e6b2ac2bf7" providerId="LiveId" clId="{322A8344-058D-4D9B-B8A6-1FA4AE8157C5}" dt="2026-05-21T01:17:18.330" v="1213" actId="1076"/>
        <pc:sldMkLst>
          <pc:docMk/>
          <pc:sldMk cId="2245450163" sldId="290"/>
        </pc:sldMkLst>
        <pc:spChg chg="del">
          <ac:chgData name="Julias Jisan" userId="72fce4e6b2ac2bf7" providerId="LiveId" clId="{322A8344-058D-4D9B-B8A6-1FA4AE8157C5}" dt="2026-05-21T00:53:46.739" v="791" actId="478"/>
          <ac:spMkLst>
            <pc:docMk/>
            <pc:sldMk cId="2245450163" sldId="290"/>
            <ac:spMk id="7" creationId="{CC7FB05F-26E9-2E15-3745-BD13F78D1989}"/>
          </ac:spMkLst>
        </pc:spChg>
        <pc:spChg chg="mod">
          <ac:chgData name="Julias Jisan" userId="72fce4e6b2ac2bf7" providerId="LiveId" clId="{322A8344-058D-4D9B-B8A6-1FA4AE8157C5}" dt="2026-05-21T01:03:43.497" v="965" actId="20577"/>
          <ac:spMkLst>
            <pc:docMk/>
            <pc:sldMk cId="2245450163" sldId="290"/>
            <ac:spMk id="8" creationId="{FA252B68-4DBD-725F-AECB-0C5D993D2911}"/>
          </ac:spMkLst>
        </pc:spChg>
        <pc:spChg chg="add mod">
          <ac:chgData name="Julias Jisan" userId="72fce4e6b2ac2bf7" providerId="LiveId" clId="{322A8344-058D-4D9B-B8A6-1FA4AE8157C5}" dt="2026-05-21T01:17:18.330" v="1213" actId="1076"/>
          <ac:spMkLst>
            <pc:docMk/>
            <pc:sldMk cId="2245450163" sldId="290"/>
            <ac:spMk id="11" creationId="{9E506306-6850-514E-0C0A-68B16A362014}"/>
          </ac:spMkLst>
        </pc:spChg>
        <pc:spChg chg="mod">
          <ac:chgData name="Julias Jisan" userId="72fce4e6b2ac2bf7" providerId="LiveId" clId="{322A8344-058D-4D9B-B8A6-1FA4AE8157C5}" dt="2026-05-21T00:57:25.753" v="829" actId="1076"/>
          <ac:spMkLst>
            <pc:docMk/>
            <pc:sldMk cId="2245450163" sldId="290"/>
            <ac:spMk id="18" creationId="{4087BDC1-82D5-6757-35F9-26137AF34144}"/>
          </ac:spMkLst>
        </pc:spChg>
        <pc:picChg chg="add mod">
          <ac:chgData name="Julias Jisan" userId="72fce4e6b2ac2bf7" providerId="LiveId" clId="{322A8344-058D-4D9B-B8A6-1FA4AE8157C5}" dt="2026-05-21T00:56:14.204" v="815" actId="1076"/>
          <ac:picMkLst>
            <pc:docMk/>
            <pc:sldMk cId="2245450163" sldId="290"/>
            <ac:picMk id="10" creationId="{F266BBF5-6503-4CE9-F3CD-193CA9E0E058}"/>
          </ac:picMkLst>
        </pc:picChg>
      </pc:sldChg>
      <pc:sldChg chg="modSp add del mod">
        <pc:chgData name="Julias Jisan" userId="72fce4e6b2ac2bf7" providerId="LiveId" clId="{322A8344-058D-4D9B-B8A6-1FA4AE8157C5}" dt="2026-05-20T16:35:42.447" v="134" actId="47"/>
        <pc:sldMkLst>
          <pc:docMk/>
          <pc:sldMk cId="2352937292" sldId="290"/>
        </pc:sldMkLst>
        <pc:spChg chg="mod">
          <ac:chgData name="Julias Jisan" userId="72fce4e6b2ac2bf7" providerId="LiveId" clId="{322A8344-058D-4D9B-B8A6-1FA4AE8157C5}" dt="2026-05-20T16:34:37.923" v="129" actId="1076"/>
          <ac:spMkLst>
            <pc:docMk/>
            <pc:sldMk cId="2352937292" sldId="290"/>
            <ac:spMk id="6" creationId="{3EAFBBA3-7152-E7BB-2235-9FAC4261024F}"/>
          </ac:spMkLst>
        </pc:spChg>
      </pc:sldChg>
      <pc:sldChg chg="delSp add del mod">
        <pc:chgData name="Julias Jisan" userId="72fce4e6b2ac2bf7" providerId="LiveId" clId="{322A8344-058D-4D9B-B8A6-1FA4AE8157C5}" dt="2026-05-21T00:58:05.646" v="830" actId="47"/>
        <pc:sldMkLst>
          <pc:docMk/>
          <pc:sldMk cId="2614620159" sldId="291"/>
        </pc:sldMkLst>
        <pc:spChg chg="del">
          <ac:chgData name="Julias Jisan" userId="72fce4e6b2ac2bf7" providerId="LiveId" clId="{322A8344-058D-4D9B-B8A6-1FA4AE8157C5}" dt="2026-05-21T00:57:07.915" v="819" actId="478"/>
          <ac:spMkLst>
            <pc:docMk/>
            <pc:sldMk cId="2614620159" sldId="291"/>
            <ac:spMk id="8" creationId="{70DAC521-1618-6059-CF36-BE1522015618}"/>
          </ac:spMkLst>
        </pc:spChg>
        <pc:picChg chg="del">
          <ac:chgData name="Julias Jisan" userId="72fce4e6b2ac2bf7" providerId="LiveId" clId="{322A8344-058D-4D9B-B8A6-1FA4AE8157C5}" dt="2026-05-21T00:57:00.956" v="818" actId="478"/>
          <ac:picMkLst>
            <pc:docMk/>
            <pc:sldMk cId="2614620159" sldId="291"/>
            <ac:picMk id="10" creationId="{EEA9BC2D-717E-4C69-BAA8-D7CC54C820E5}"/>
          </ac:picMkLst>
        </pc:picChg>
      </pc:sldChg>
      <pc:sldChg chg="addSp delSp modSp add mod">
        <pc:chgData name="Julias Jisan" userId="72fce4e6b2ac2bf7" providerId="LiveId" clId="{322A8344-058D-4D9B-B8A6-1FA4AE8157C5}" dt="2026-05-21T01:18:36.121" v="1284" actId="1076"/>
        <pc:sldMkLst>
          <pc:docMk/>
          <pc:sldMk cId="4027115386" sldId="291"/>
        </pc:sldMkLst>
        <pc:spChg chg="mod">
          <ac:chgData name="Julias Jisan" userId="72fce4e6b2ac2bf7" providerId="LiveId" clId="{322A8344-058D-4D9B-B8A6-1FA4AE8157C5}" dt="2026-05-21T00:58:28.940" v="835"/>
          <ac:spMkLst>
            <pc:docMk/>
            <pc:sldMk cId="4027115386" sldId="291"/>
            <ac:spMk id="2" creationId="{CA197683-694E-E786-2036-69C484B6533E}"/>
          </ac:spMkLst>
        </pc:spChg>
        <pc:spChg chg="del">
          <ac:chgData name="Julias Jisan" userId="72fce4e6b2ac2bf7" providerId="LiveId" clId="{322A8344-058D-4D9B-B8A6-1FA4AE8157C5}" dt="2026-05-21T00:58:13.570" v="832" actId="478"/>
          <ac:spMkLst>
            <pc:docMk/>
            <pc:sldMk cId="4027115386" sldId="291"/>
            <ac:spMk id="8" creationId="{0C0F2F96-C6EE-93F3-8F2A-E5A025854A85}"/>
          </ac:spMkLst>
        </pc:spChg>
        <pc:spChg chg="add mod">
          <ac:chgData name="Julias Jisan" userId="72fce4e6b2ac2bf7" providerId="LiveId" clId="{322A8344-058D-4D9B-B8A6-1FA4AE8157C5}" dt="2026-05-21T00:59:41.787" v="842"/>
          <ac:spMkLst>
            <pc:docMk/>
            <pc:sldMk cId="4027115386" sldId="291"/>
            <ac:spMk id="11" creationId="{07E20E1F-8A5B-B31B-965E-5B6326B015C9}"/>
          </ac:spMkLst>
        </pc:spChg>
        <pc:spChg chg="add mod">
          <ac:chgData name="Julias Jisan" userId="72fce4e6b2ac2bf7" providerId="LiveId" clId="{322A8344-058D-4D9B-B8A6-1FA4AE8157C5}" dt="2026-05-21T01:02:25.537" v="912" actId="1076"/>
          <ac:spMkLst>
            <pc:docMk/>
            <pc:sldMk cId="4027115386" sldId="291"/>
            <ac:spMk id="14" creationId="{D850276C-27B5-D146-D228-ECE801C57AB1}"/>
          </ac:spMkLst>
        </pc:spChg>
        <pc:spChg chg="add mod">
          <ac:chgData name="Julias Jisan" userId="72fce4e6b2ac2bf7" providerId="LiveId" clId="{322A8344-058D-4D9B-B8A6-1FA4AE8157C5}" dt="2026-05-21T01:18:36.121" v="1284" actId="1076"/>
          <ac:spMkLst>
            <pc:docMk/>
            <pc:sldMk cId="4027115386" sldId="291"/>
            <ac:spMk id="15" creationId="{F91A2951-DBAD-2181-C952-9A637F9EB8B7}"/>
          </ac:spMkLst>
        </pc:spChg>
        <pc:graphicFrameChg chg="add del mod">
          <ac:chgData name="Julias Jisan" userId="72fce4e6b2ac2bf7" providerId="LiveId" clId="{322A8344-058D-4D9B-B8A6-1FA4AE8157C5}" dt="2026-05-21T00:59:29.660" v="841" actId="478"/>
          <ac:graphicFrameMkLst>
            <pc:docMk/>
            <pc:sldMk cId="4027115386" sldId="291"/>
            <ac:graphicFrameMk id="7" creationId="{1C0932FC-2659-E7C7-F22F-7AAB367A6739}"/>
          </ac:graphicFrameMkLst>
        </pc:graphicFrameChg>
        <pc:graphicFrameChg chg="add mod modGraphic">
          <ac:chgData name="Julias Jisan" userId="72fce4e6b2ac2bf7" providerId="LiveId" clId="{322A8344-058D-4D9B-B8A6-1FA4AE8157C5}" dt="2026-05-21T01:18:28.193" v="1283" actId="1076"/>
          <ac:graphicFrameMkLst>
            <pc:docMk/>
            <pc:sldMk cId="4027115386" sldId="291"/>
            <ac:graphicFrameMk id="9" creationId="{7F30A0EF-4622-B414-F0D8-CA32F637176C}"/>
          </ac:graphicFrameMkLst>
        </pc:graphicFrameChg>
        <pc:picChg chg="del">
          <ac:chgData name="Julias Jisan" userId="72fce4e6b2ac2bf7" providerId="LiveId" clId="{322A8344-058D-4D9B-B8A6-1FA4AE8157C5}" dt="2026-05-21T00:58:14.361" v="833" actId="478"/>
          <ac:picMkLst>
            <pc:docMk/>
            <pc:sldMk cId="4027115386" sldId="291"/>
            <ac:picMk id="10" creationId="{D9617525-7262-F8C4-6796-72CC93165920}"/>
          </ac:picMkLst>
        </pc:picChg>
        <pc:picChg chg="add mod modCrop">
          <ac:chgData name="Julias Jisan" userId="72fce4e6b2ac2bf7" providerId="LiveId" clId="{322A8344-058D-4D9B-B8A6-1FA4AE8157C5}" dt="2026-05-21T01:18:13.090" v="1280" actId="1076"/>
          <ac:picMkLst>
            <pc:docMk/>
            <pc:sldMk cId="4027115386" sldId="291"/>
            <ac:picMk id="13" creationId="{69C8F985-C0DB-9713-2B3D-4E9633B9188A}"/>
          </ac:picMkLst>
        </pc:picChg>
      </pc:sldChg>
      <pc:sldChg chg="delSp modSp add mod ord">
        <pc:chgData name="Julias Jisan" userId="72fce4e6b2ac2bf7" providerId="LiveId" clId="{322A8344-058D-4D9B-B8A6-1FA4AE8157C5}" dt="2026-05-21T01:15:18.548" v="1173"/>
        <pc:sldMkLst>
          <pc:docMk/>
          <pc:sldMk cId="4006566725" sldId="292"/>
        </pc:sldMkLst>
        <pc:spChg chg="del">
          <ac:chgData name="Julias Jisan" userId="72fce4e6b2ac2bf7" providerId="LiveId" clId="{322A8344-058D-4D9B-B8A6-1FA4AE8157C5}" dt="2026-05-21T01:06:08.352" v="1028" actId="478"/>
          <ac:spMkLst>
            <pc:docMk/>
            <pc:sldMk cId="4006566725" sldId="292"/>
            <ac:spMk id="7" creationId="{5872560F-070C-5C86-14F7-DD3E823EAE4F}"/>
          </ac:spMkLst>
        </pc:spChg>
        <pc:spChg chg="mod">
          <ac:chgData name="Julias Jisan" userId="72fce4e6b2ac2bf7" providerId="LiveId" clId="{322A8344-058D-4D9B-B8A6-1FA4AE8157C5}" dt="2026-05-21T01:07:10.597" v="1039" actId="20577"/>
          <ac:spMkLst>
            <pc:docMk/>
            <pc:sldMk cId="4006566725" sldId="292"/>
            <ac:spMk id="10" creationId="{1B64222B-BC62-9041-376D-4F5FACBA52DB}"/>
          </ac:spMkLst>
        </pc:spChg>
        <pc:spChg chg="mod">
          <ac:chgData name="Julias Jisan" userId="72fce4e6b2ac2bf7" providerId="LiveId" clId="{322A8344-058D-4D9B-B8A6-1FA4AE8157C5}" dt="2026-05-21T01:06:00.921" v="1027" actId="1076"/>
          <ac:spMkLst>
            <pc:docMk/>
            <pc:sldMk cId="4006566725" sldId="292"/>
            <ac:spMk id="18" creationId="{703DF840-88E5-D024-DB86-3EE38CAC1882}"/>
          </ac:spMkLst>
        </pc:spChg>
      </pc:sldChg>
      <pc:sldChg chg="addSp delSp modSp add mod">
        <pc:chgData name="Julias Jisan" userId="72fce4e6b2ac2bf7" providerId="LiveId" clId="{322A8344-058D-4D9B-B8A6-1FA4AE8157C5}" dt="2026-05-21T01:14:56.728" v="1165" actId="14100"/>
        <pc:sldMkLst>
          <pc:docMk/>
          <pc:sldMk cId="2313391381" sldId="293"/>
        </pc:sldMkLst>
        <pc:spChg chg="mod">
          <ac:chgData name="Julias Jisan" userId="72fce4e6b2ac2bf7" providerId="LiveId" clId="{322A8344-058D-4D9B-B8A6-1FA4AE8157C5}" dt="2026-05-21T01:10:41.034" v="1089" actId="255"/>
          <ac:spMkLst>
            <pc:docMk/>
            <pc:sldMk cId="2313391381" sldId="293"/>
            <ac:spMk id="9" creationId="{1E0602EF-85F8-9AEA-A4D3-FB78E0B6E531}"/>
          </ac:spMkLst>
        </pc:spChg>
        <pc:spChg chg="add mod">
          <ac:chgData name="Julias Jisan" userId="72fce4e6b2ac2bf7" providerId="LiveId" clId="{322A8344-058D-4D9B-B8A6-1FA4AE8157C5}" dt="2026-05-21T01:12:37.908" v="1141"/>
          <ac:spMkLst>
            <pc:docMk/>
            <pc:sldMk cId="2313391381" sldId="293"/>
            <ac:spMk id="11" creationId="{400ABA1F-DD1E-08A8-3BED-59F9405D75C3}"/>
          </ac:spMkLst>
        </pc:spChg>
        <pc:spChg chg="mod">
          <ac:chgData name="Julias Jisan" userId="72fce4e6b2ac2bf7" providerId="LiveId" clId="{322A8344-058D-4D9B-B8A6-1FA4AE8157C5}" dt="2026-05-21T01:10:10.089" v="1084" actId="1076"/>
          <ac:spMkLst>
            <pc:docMk/>
            <pc:sldMk cId="2313391381" sldId="293"/>
            <ac:spMk id="18" creationId="{B45EA7A8-15F6-1FB7-EE5C-24368BCAA944}"/>
          </ac:spMkLst>
        </pc:spChg>
        <pc:graphicFrameChg chg="del">
          <ac:chgData name="Julias Jisan" userId="72fce4e6b2ac2bf7" providerId="LiveId" clId="{322A8344-058D-4D9B-B8A6-1FA4AE8157C5}" dt="2026-05-21T01:10:13.080" v="1085" actId="478"/>
          <ac:graphicFrameMkLst>
            <pc:docMk/>
            <pc:sldMk cId="2313391381" sldId="293"/>
            <ac:graphicFrameMk id="7" creationId="{087A7A07-3B70-33AD-3745-64DACA0BEC4D}"/>
          </ac:graphicFrameMkLst>
        </pc:graphicFrameChg>
        <pc:graphicFrameChg chg="add mod modGraphic">
          <ac:chgData name="Julias Jisan" userId="72fce4e6b2ac2bf7" providerId="LiveId" clId="{322A8344-058D-4D9B-B8A6-1FA4AE8157C5}" dt="2026-05-21T01:14:56.728" v="1165" actId="14100"/>
          <ac:graphicFrameMkLst>
            <pc:docMk/>
            <pc:sldMk cId="2313391381" sldId="293"/>
            <ac:graphicFrameMk id="10" creationId="{3DC0D649-02DE-724D-DA6A-8FC3D0D7552B}"/>
          </ac:graphicFrameMkLst>
        </pc:graphicFrameChg>
      </pc:sldChg>
      <pc:sldChg chg="add del">
        <pc:chgData name="Julias Jisan" userId="72fce4e6b2ac2bf7" providerId="LiveId" clId="{322A8344-058D-4D9B-B8A6-1FA4AE8157C5}" dt="2026-05-21T01:06:13.360" v="1030"/>
        <pc:sldMkLst>
          <pc:docMk/>
          <pc:sldMk cId="2488752066" sldId="293"/>
        </pc:sldMkLst>
      </pc:sldChg>
      <pc:sldChg chg="addSp delSp modSp add mod">
        <pc:chgData name="Julias Jisan" userId="72fce4e6b2ac2bf7" providerId="LiveId" clId="{322A8344-058D-4D9B-B8A6-1FA4AE8157C5}" dt="2026-05-21T01:14:39.105" v="1164" actId="1076"/>
        <pc:sldMkLst>
          <pc:docMk/>
          <pc:sldMk cId="3433777890" sldId="294"/>
        </pc:sldMkLst>
        <pc:spChg chg="mod">
          <ac:chgData name="Julias Jisan" userId="72fce4e6b2ac2bf7" providerId="LiveId" clId="{322A8344-058D-4D9B-B8A6-1FA4AE8157C5}" dt="2026-05-21T01:14:39.105" v="1164" actId="1076"/>
          <ac:spMkLst>
            <pc:docMk/>
            <pc:sldMk cId="3433777890" sldId="294"/>
            <ac:spMk id="9" creationId="{B89E552E-C645-A84D-66C8-A9AE05707C11}"/>
          </ac:spMkLst>
        </pc:spChg>
        <pc:spChg chg="add mod">
          <ac:chgData name="Julias Jisan" userId="72fce4e6b2ac2bf7" providerId="LiveId" clId="{322A8344-058D-4D9B-B8A6-1FA4AE8157C5}" dt="2026-05-21T01:14:09.123" v="1157"/>
          <ac:spMkLst>
            <pc:docMk/>
            <pc:sldMk cId="3433777890" sldId="294"/>
            <ac:spMk id="12" creationId="{CE24273D-1101-21D2-93DB-646360989E17}"/>
          </ac:spMkLst>
        </pc:spChg>
        <pc:graphicFrameChg chg="add mod modGraphic">
          <ac:chgData name="Julias Jisan" userId="72fce4e6b2ac2bf7" providerId="LiveId" clId="{322A8344-058D-4D9B-B8A6-1FA4AE8157C5}" dt="2026-05-21T01:14:34.873" v="1163" actId="1076"/>
          <ac:graphicFrameMkLst>
            <pc:docMk/>
            <pc:sldMk cId="3433777890" sldId="294"/>
            <ac:graphicFrameMk id="7" creationId="{625E86F6-FC43-4443-A66E-AE541DF1EDE3}"/>
          </ac:graphicFrameMkLst>
        </pc:graphicFrameChg>
        <pc:graphicFrameChg chg="del">
          <ac:chgData name="Julias Jisan" userId="72fce4e6b2ac2bf7" providerId="LiveId" clId="{322A8344-058D-4D9B-B8A6-1FA4AE8157C5}" dt="2026-05-21T01:13:57.006" v="1156" actId="478"/>
          <ac:graphicFrameMkLst>
            <pc:docMk/>
            <pc:sldMk cId="3433777890" sldId="294"/>
            <ac:graphicFrameMk id="10" creationId="{49164839-2A2F-5FD7-962C-924C976BEDC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093B2-3F7C-45ED-B155-1DFE2F9BADC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AE204-B706-4935-930A-BCE53F2B9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9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9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384B-E09C-3757-7C65-F87B42B1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4FB15-ED92-0611-951C-80559F01F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234F7-F02A-1DA7-6521-BE1C2BADE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47FAD-1AF2-02D9-C42A-144F4A941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7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A63DE-2EE5-7DE6-EFCA-B3003220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16871-DDED-0ACE-8A6E-ED3C98082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8957C-6610-EF88-CB62-B3669DB56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D718B-E965-BAB3-8BC6-7007C289C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3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6E17-BBE3-C0EF-BE35-F71D9303B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EB9FC-4157-CFFF-4F02-CB05136B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4AEEC-EACE-77CA-EABD-9141EB4BD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56921-C3EA-0D06-E117-AB8DD764E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79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9580D-A4E3-AE9F-D4FD-DC9FC305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51F36-EA35-FEA9-E84F-3D82A1246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628A6-1DFA-AE81-481E-79E5157F1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48CC2-3490-38E6-F2D3-35993FD85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21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F8675-6E6C-B122-22EE-74EC25B6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AAA85-684E-BA34-1922-9E807E8EB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B630B-ED20-7FC1-4791-5EEE7845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14501-66C5-2814-CE93-F9B490615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92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C505-6ABB-FB67-FAC9-75742C90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064E9-A412-3D16-F979-37E5C2403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78334-B517-4BEB-9B46-2AF2AB515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1155E-98EC-C118-F770-60C9DD8EE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19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0B2E4-95B3-F23A-3AD1-A24B0892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23747-316B-9655-7DD0-BFCA5D7C5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921D6-D444-4722-4676-5817C6F1B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4EFDC-3A94-726F-AC20-D951F5E55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45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C164-9A1B-8BEA-2F17-8F006C341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AE659-2564-3352-7493-C0E75A774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4B7C4-4E7E-3C82-5093-497E4A64C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D4465-A321-168F-68C8-6B1431BD6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68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E750-90AC-19D0-4D95-EE6256D2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EF25E-DBD2-9BC1-A7BE-701F9C0F1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05503-3594-C1F3-B813-5AF3AAFEE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E103-5B3A-E463-7617-C917ADF83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86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B88E-CF1F-0D3A-59EB-422A3709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C847D-413C-BC96-1571-C70D988E7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60635-9880-0B35-2ECE-A6B86CF02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5951B-DAAA-EB86-ABF7-F8926B8EC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68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BF65-A9BC-104C-1DC4-C55D9BDF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49B7B-1074-41E1-52B4-D8FC70E87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D17E4-5540-BD63-CF27-D7EC2F0C6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18498-C64B-7BE0-D3A3-85A58247C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79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89EC-7244-8FAE-B1EF-E3D30B3D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EE944-CA03-A183-7366-F713946B6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3C72F-E1BE-1B5D-FF73-57F389938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43EA4-A230-1E15-FD00-EA71D9BFA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AE204-B706-4935-930A-BCE53F2B90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80DA-7D0D-4F30-AE8D-A5DFB595C942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4822A-EAAD-4226-8E73-9090F65D2FC5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D3ED-C534-4CB3-9651-8ECA7F6764FA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29075-873B-46AD-9CB3-AC76DD7BFF14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3DED-DB36-4C54-8F06-F400C8F1B618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E128D-243B-4C13-A81F-09103D93FCB3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5F2F2-4C97-4B4A-A4A6-61A6EBBB84D0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CEDEB-A677-40A9-A3CD-5F410B842319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1906-7A84-4E3A-8298-E40DDBFE67E4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B92F6-060E-46CE-B32E-9BD76CD96792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C70C-6074-4B8B-9CEF-AD95A5BD0EBC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1BB96-8E9E-4B5D-A10E-8DD928EBA378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29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8973124"/>
            <a:ext cx="18288000" cy="1313876"/>
            <a:chOff x="0" y="0"/>
            <a:chExt cx="4816593" cy="3460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575740D-782F-394D-A462-A48800894D08}"/>
              </a:ext>
            </a:extLst>
          </p:cNvPr>
          <p:cNvSpPr txBox="1"/>
          <p:nvPr/>
        </p:nvSpPr>
        <p:spPr>
          <a:xfrm>
            <a:off x="663865" y="877288"/>
            <a:ext cx="156429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414</a:t>
            </a:r>
          </a:p>
          <a:p>
            <a:r>
              <a:rPr lang="en-US" sz="6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Lab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D7E69-E391-379A-B6C5-A674C3958476}"/>
              </a:ext>
            </a:extLst>
          </p:cNvPr>
          <p:cNvSpPr txBox="1"/>
          <p:nvPr/>
        </p:nvSpPr>
        <p:spPr>
          <a:xfrm>
            <a:off x="762000" y="3695700"/>
            <a:ext cx="6553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7D04FC2-F947-82E2-FAAB-F41147407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687059"/>
              </p:ext>
            </p:extLst>
          </p:nvPr>
        </p:nvGraphicFramePr>
        <p:xfrm>
          <a:off x="762000" y="4553942"/>
          <a:ext cx="7467600" cy="175661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305446359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454679549"/>
                    </a:ext>
                  </a:extLst>
                </a:gridCol>
              </a:tblGrid>
              <a:tr h="585539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12093"/>
                  </a:ext>
                </a:extLst>
              </a:tr>
              <a:tr h="585539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Arnica Sarker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22201015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015847"/>
                  </a:ext>
                </a:extLst>
              </a:tr>
              <a:tr h="585539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Julias Uddin Khan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22201034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4068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7C0BF00-6BB6-763D-DAD0-D751CE2243D7}"/>
              </a:ext>
            </a:extLst>
          </p:cNvPr>
          <p:cNvSpPr txBox="1"/>
          <p:nvPr/>
        </p:nvSpPr>
        <p:spPr>
          <a:xfrm>
            <a:off x="4648200" y="4381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265733-9768-8292-E7CD-9CF414212602}"/>
              </a:ext>
            </a:extLst>
          </p:cNvPr>
          <p:cNvSpPr txBox="1"/>
          <p:nvPr/>
        </p:nvSpPr>
        <p:spPr>
          <a:xfrm>
            <a:off x="10178471" y="3694634"/>
            <a:ext cx="6553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053BE5-9E56-95D4-93DC-5662C7E0F706}"/>
              </a:ext>
            </a:extLst>
          </p:cNvPr>
          <p:cNvSpPr txBox="1"/>
          <p:nvPr/>
        </p:nvSpPr>
        <p:spPr>
          <a:xfrm>
            <a:off x="10178471" y="4375666"/>
            <a:ext cx="6128329" cy="3728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000" i="0" dirty="0">
                <a:solidFill>
                  <a:srgbClr val="0D28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Faria Zarin Subah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3000" kern="1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000" kern="1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000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 of Asia Pacific</a:t>
            </a:r>
            <a:endParaRPr lang="en-US" sz="3000" kern="100" dirty="0">
              <a:solidFill>
                <a:schemeClr val="tx2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8BDD7-D3A1-A0B1-A6E2-F7E99E2E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FFB7A-3A8A-9AA1-EFB5-2D4E6B62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B6032C-A84A-2394-584B-BD6E9F109286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5009B6F-F435-27D8-903D-00E562896603}"/>
              </a:ext>
            </a:extLst>
          </p:cNvPr>
          <p:cNvGrpSpPr/>
          <p:nvPr/>
        </p:nvGrpSpPr>
        <p:grpSpPr>
          <a:xfrm>
            <a:off x="0" y="8973124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9FA50CE-B0DB-AFB5-90A4-93516A5863B4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51C8C87-EA33-9791-6CFB-092EB6EDAE52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5DB094A-64C0-E797-F897-C9E7A08C08F6}"/>
              </a:ext>
            </a:extLst>
          </p:cNvPr>
          <p:cNvSpPr txBox="1"/>
          <p:nvPr/>
        </p:nvSpPr>
        <p:spPr>
          <a:xfrm>
            <a:off x="3048000" y="3390900"/>
            <a:ext cx="1348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2">
                    <a:lumMod val="75000"/>
                  </a:schemeClr>
                </a:solidFill>
                <a:latin typeface="Archivo Narrow Bold" panose="020B0604020202020204" charset="0"/>
                <a:cs typeface="Times New Roman" panose="02020603050405020304" pitchFamily="18" charset="0"/>
              </a:rPr>
              <a:t>Explainable Early Sepsis Prediction Using Temporal Deep Learning and XAI on ICU Time-Series Data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280726-335A-8B09-B73E-080B6F49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2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377803" y="200240"/>
            <a:ext cx="5595289" cy="1026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778"/>
              </a:lnSpc>
            </a:pPr>
            <a:r>
              <a:rPr lang="en-US" sz="6000" b="1" spc="-312" dirty="0">
                <a:latin typeface="Times New Roman" panose="02020603050405020304" pitchFamily="18" charset="0"/>
                <a:ea typeface="Archivo Narrow Bold"/>
                <a:cs typeface="Times New Roman" panose="02020603050405020304" pitchFamily="18" charset="0"/>
                <a:sym typeface="Archivo Narrow Bold"/>
              </a:rPr>
              <a:t>Project Objective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52600" y="2324100"/>
            <a:ext cx="13868400" cy="2704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US" sz="4000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Sepsis is a life-threatening medical emergency. Delayed diagnosis can significantly increase mortality risk. An early prediction system can help clinicians intervene faster and improve patient outcomes.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238E5AFC-1A58-8FEB-6D79-2651F8C2BB6D}"/>
              </a:ext>
            </a:extLst>
          </p:cNvPr>
          <p:cNvSpPr txBox="1"/>
          <p:nvPr/>
        </p:nvSpPr>
        <p:spPr>
          <a:xfrm>
            <a:off x="1784047" y="6640834"/>
            <a:ext cx="14782800" cy="2034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develop an explainable early-warning sepsis prediction system using ICU temporal patient data and advanced deep learning techniques.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490DC0C-219E-BDCF-23FC-7C159DF6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F09C-E76F-E421-61F4-3C24355E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1B4809-1D23-E020-D59C-0BA1B4FA87D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78E9EB6-8BA0-086D-FFAC-2173947FC7B0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CA6D490-3701-B1E8-348B-7978F9B16BC7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8183F43-1CD8-8D13-6291-BBB32F880EAD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239E5865-1496-4B18-2635-0B7E28CDA6B0}"/>
              </a:ext>
            </a:extLst>
          </p:cNvPr>
          <p:cNvSpPr txBox="1"/>
          <p:nvPr/>
        </p:nvSpPr>
        <p:spPr>
          <a:xfrm>
            <a:off x="6377803" y="200240"/>
            <a:ext cx="7642997" cy="1026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778"/>
              </a:lnSpc>
            </a:pPr>
            <a:r>
              <a:rPr lang="en-US" sz="6000" b="1" spc="-312" dirty="0">
                <a:latin typeface="Times New Roman" panose="02020603050405020304" pitchFamily="18" charset="0"/>
                <a:ea typeface="Archivo Narrow Bold"/>
                <a:cs typeface="Times New Roman" panose="02020603050405020304" pitchFamily="18" charset="0"/>
                <a:sym typeface="Archivo Narrow Bold"/>
              </a:rPr>
              <a:t>Project Objective (Cont.)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70004D94-23D6-E3C3-5ADA-A80E7C8F0D28}"/>
              </a:ext>
            </a:extLst>
          </p:cNvPr>
          <p:cNvSpPr txBox="1"/>
          <p:nvPr/>
        </p:nvSpPr>
        <p:spPr>
          <a:xfrm>
            <a:off x="1828800" y="2400300"/>
            <a:ext cx="14401800" cy="4420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Goals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sepsis 3 hours and 6 hours before onset</a:t>
            </a:r>
          </a:p>
          <a:p>
            <a:pPr marL="1028700" lvl="1" indent="-5715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 irregular and missing ICU clinical data</a:t>
            </a:r>
          </a:p>
          <a:p>
            <a:pPr marL="1028700" lvl="1" indent="-5715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traditional ML and deep learning models</a:t>
            </a:r>
          </a:p>
          <a:p>
            <a:pPr marL="1028700" lvl="1" indent="-5715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prediction interpretability using Explainable AI (XAI)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C5D765-1350-30F8-7A51-C725521C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C242-E296-03CF-F0A8-99E0525B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8EB809-60DD-E75C-5B1E-86E84FAF454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FC7D08B-B63E-461C-01E9-25F6A84E919E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16DA24-7DF6-7250-FA6E-6A0239B69480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307A2EA-C7C0-171C-6CB3-D4206955A6B2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78F6F6E9-C429-9B7D-ED36-45CE9F8B3B68}"/>
              </a:ext>
            </a:extLst>
          </p:cNvPr>
          <p:cNvSpPr txBox="1"/>
          <p:nvPr/>
        </p:nvSpPr>
        <p:spPr>
          <a:xfrm>
            <a:off x="4114799" y="198430"/>
            <a:ext cx="10820400" cy="1026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78"/>
              </a:lnSpc>
            </a:pPr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 and Social Impact</a:t>
            </a:r>
            <a:endParaRPr lang="en-US" sz="6000" b="1" spc="-312" dirty="0">
              <a:solidFill>
                <a:srgbClr val="0E3E5B"/>
              </a:solidFill>
              <a:latin typeface="Times New Roman" panose="02020603050405020304" pitchFamily="18" charset="0"/>
              <a:ea typeface="Archivo Narrow Bold"/>
              <a:cs typeface="Times New Roman" panose="02020603050405020304" pitchFamily="18" charset="0"/>
              <a:sym typeface="Archivo Narrow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59D7BFD-B25A-8B87-2895-76531B2959BE}"/>
              </a:ext>
            </a:extLst>
          </p:cNvPr>
          <p:cNvSpPr txBox="1"/>
          <p:nvPr/>
        </p:nvSpPr>
        <p:spPr>
          <a:xfrm>
            <a:off x="1915253" y="2305170"/>
            <a:ext cx="14457489" cy="2846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This Project Matters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Sepsis causes millions of deaths globally every year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ICU clinicians need reliable early-warning systems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intervention can reduce mortality and treatment cost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AI-assisted monitoring can improve critical care decisions</a:t>
            </a: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2B87101-308B-DCFE-5810-CCD01A17A626}"/>
              </a:ext>
            </a:extLst>
          </p:cNvPr>
          <p:cNvSpPr txBox="1"/>
          <p:nvPr/>
        </p:nvSpPr>
        <p:spPr>
          <a:xfrm>
            <a:off x="1915253" y="5676900"/>
            <a:ext cx="7381148" cy="2846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Who Benefits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ICU doctors and nurses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Hospitals and healthcare systems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Critical care patients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Medical researchers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1C904418-44A0-E409-DD9C-E61492D52DEF}"/>
              </a:ext>
            </a:extLst>
          </p:cNvPr>
          <p:cNvSpPr txBox="1"/>
          <p:nvPr/>
        </p:nvSpPr>
        <p:spPr>
          <a:xfrm>
            <a:off x="9296400" y="5695335"/>
            <a:ext cx="8000999" cy="2846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Uniqueness of Our Work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prediction at both 3h and 6h horizons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Temporal deep learning approaches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of Explainable AI</a:t>
            </a:r>
          </a:p>
          <a:p>
            <a:pPr marL="914400" lvl="1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Clinically interpretable outputs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F9F47F-D683-9738-7B12-4B779E37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8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858A-E64D-3263-806F-153E55EA7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00B975-8ACF-5638-BB5F-958D5CAF1158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1369D4C-250D-8EC7-4BA2-8EEE511F7CAB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EC88F0F-4833-8E13-FE60-C3C56E8D08A9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2EDE3B7-DFF7-9AF1-30F9-C8D9B7C70C9B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46C4DFD7-A90D-A12C-CA91-72E4E964408D}"/>
              </a:ext>
            </a:extLst>
          </p:cNvPr>
          <p:cNvSpPr txBox="1"/>
          <p:nvPr/>
        </p:nvSpPr>
        <p:spPr>
          <a:xfrm>
            <a:off x="5927253" y="194252"/>
            <a:ext cx="643348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5250E1C-708F-E162-FA88-1EB83C762104}"/>
              </a:ext>
            </a:extLst>
          </p:cNvPr>
          <p:cNvSpPr txBox="1"/>
          <p:nvPr/>
        </p:nvSpPr>
        <p:spPr>
          <a:xfrm>
            <a:off x="1600201" y="1532802"/>
            <a:ext cx="8305800" cy="784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Dataset Used</a:t>
            </a:r>
          </a:p>
          <a:p>
            <a:pPr marL="0" marR="0"/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PhysioNet 2019 Sepsis Challenge Dataset</a:t>
            </a:r>
          </a:p>
          <a:p>
            <a:pPr marL="0" marR="0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Dataset Characteristics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 ICU clinical dataset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Multivariate patient time-series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Contains hourly ICU patient measurements</a:t>
            </a:r>
          </a:p>
          <a:p>
            <a:pPr marL="0" marR="0"/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Dataset Structure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Set A → Used for training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Set B → Used for external-style testing</a:t>
            </a:r>
          </a:p>
          <a:p>
            <a:pPr marL="457200" marR="0" indent="-457200">
              <a:buFont typeface="Arial" panose="020B0604020202020204" pitchFamily="34" charset="0"/>
              <a:buChar char="•"/>
            </a:pP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Important Clinical Features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Heart Rate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Respiratory Rate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Temperature</a:t>
            </a:r>
          </a:p>
          <a:p>
            <a:pPr marL="0" marR="0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E33BEF31-AF2D-FCAB-1A40-3DDEAB901508}"/>
              </a:ext>
            </a:extLst>
          </p:cNvPr>
          <p:cNvSpPr txBox="1"/>
          <p:nvPr/>
        </p:nvSpPr>
        <p:spPr>
          <a:xfrm>
            <a:off x="9143997" y="1336508"/>
            <a:ext cx="8305800" cy="784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FiO2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Blood Pressure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Oxygen Saturation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Lactate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Calcium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Phosphate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Platelets</a:t>
            </a:r>
            <a:endParaRPr lang="en-US" sz="3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Preprocessing Steps</a:t>
            </a:r>
          </a:p>
          <a:p>
            <a:pPr lvl="1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Missing value handling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Forward filling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Median imputation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Mask matrix generation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Delta time matrix generation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 normalization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Sliding window creation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9E1CD-0D61-F22A-D56F-E7C6CBC0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9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ED02E-D5B8-7EB0-0D64-BC3D0313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DEA09A-60AE-677F-C275-0B212503574A}"/>
              </a:ext>
            </a:extLst>
          </p:cNvPr>
          <p:cNvSpPr/>
          <p:nvPr/>
        </p:nvSpPr>
        <p:spPr>
          <a:xfrm>
            <a:off x="0" y="1106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E58B11A-AEAB-0E68-A496-6DEEAB325771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DA01FC7-D8AD-1329-D0CF-05262420F0E5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A12E410-989B-863C-19D7-B88F69CB8D6A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CB3F9FFB-B1CA-2CBF-0590-88E2C5148BAF}"/>
              </a:ext>
            </a:extLst>
          </p:cNvPr>
          <p:cNvSpPr txBox="1"/>
          <p:nvPr/>
        </p:nvSpPr>
        <p:spPr>
          <a:xfrm>
            <a:off x="4343400" y="174568"/>
            <a:ext cx="114299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/ Model Architecture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C35E0-A702-DDB1-3DF1-BFA104816E72}"/>
              </a:ext>
            </a:extLst>
          </p:cNvPr>
          <p:cNvSpPr txBox="1"/>
          <p:nvPr/>
        </p:nvSpPr>
        <p:spPr>
          <a:xfrm>
            <a:off x="914400" y="1313876"/>
            <a:ext cx="12801600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Baseline Machine Learning Models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GRU-D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1D CNN Temporal Model</a:t>
            </a:r>
          </a:p>
          <a:p>
            <a:pPr marL="0" marR="0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GRU-D?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Handles missing ICU data naturally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Uses mask and time-decay mechanisms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Designed specifically for irregular medical time-series</a:t>
            </a:r>
          </a:p>
          <a:p>
            <a:pPr marL="0" marR="0"/>
            <a:endParaRPr lang="en-US" sz="3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Explainable AI?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Improves model transparency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Builds clinician trust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Identifies influential clinical features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Makes predictions clinically interpretable</a:t>
            </a:r>
            <a:endParaRPr lang="en-US" sz="3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4DD4F-847E-F1D3-0EFF-39DFD0751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9" r="24913" b="7712"/>
          <a:stretch/>
        </p:blipFill>
        <p:spPr>
          <a:xfrm>
            <a:off x="12115800" y="1446657"/>
            <a:ext cx="4800600" cy="7887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844D0A-E626-52AC-6BE4-B1C9243B3C18}"/>
              </a:ext>
            </a:extLst>
          </p:cNvPr>
          <p:cNvSpPr txBox="1"/>
          <p:nvPr/>
        </p:nvSpPr>
        <p:spPr>
          <a:xfrm>
            <a:off x="12115800" y="9486900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Flow chart of Methodology.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BEFF26F-61AE-EE10-583B-3921A893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77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3ACE-BC4F-5F98-981D-6A9D4424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D3D66B-7BBC-01CE-EAE7-BEC76F529B8A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39E371-CB51-0625-5F05-C6039D33E377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2B1C94-4772-64EF-8861-89F59478D634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FAA5343-1BEB-6A07-0996-EDA2CBB5C765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E56D88B9-F6E6-4BE2-1B9E-159C3D44ED20}"/>
              </a:ext>
            </a:extLst>
          </p:cNvPr>
          <p:cNvSpPr txBox="1"/>
          <p:nvPr/>
        </p:nvSpPr>
        <p:spPr>
          <a:xfrm>
            <a:off x="6183074" y="245954"/>
            <a:ext cx="59218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0C135-367F-DFB0-527B-66F424334307}"/>
              </a:ext>
            </a:extLst>
          </p:cNvPr>
          <p:cNvSpPr txBox="1"/>
          <p:nvPr/>
        </p:nvSpPr>
        <p:spPr>
          <a:xfrm>
            <a:off x="1295400" y="1573011"/>
            <a:ext cx="10363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 and Frameworks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Kaggle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Colab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PyTorch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Scikit-learn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NumPy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Pandas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Matplotlib</a:t>
            </a:r>
          </a:p>
          <a:p>
            <a:pPr marL="0" marR="0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Processing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Filled matrices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Mask matrices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Delta matrices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Temporal windows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0D2F3-FDC0-6274-57B4-467BAA736732}"/>
              </a:ext>
            </a:extLst>
          </p:cNvPr>
          <p:cNvSpPr txBox="1"/>
          <p:nvPr/>
        </p:nvSpPr>
        <p:spPr>
          <a:xfrm>
            <a:off x="8686800" y="1573011"/>
            <a:ext cx="10363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Prediction Horizons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3-hour prediction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6-hour prediction</a:t>
            </a:r>
          </a:p>
          <a:p>
            <a:pPr marL="0" marR="0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Strategy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A → Training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B → Testing</a:t>
            </a:r>
          </a:p>
          <a:p>
            <a:pPr marL="0" marR="0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Explainability Techniques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SHAP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 Importance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Counterfactual Explanations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PDP (Partial Dependence Plot)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ICE (Individual Conditional Expectation)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542BD-1DD5-7053-8D18-C2DA5D95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5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9230-4A2D-E13E-29F1-F2853EC0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32C6DA-2E9E-A2B2-97B9-103AD8E66877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FDF6A0-92EC-7466-AF7D-A76F1AD2369F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1A1B459-A1D4-A244-1B96-D22A7624DEFC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E33872A-51B0-246B-868A-243D68E6712B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C7734ACC-0CA7-72CB-1FD4-1180A212518E}"/>
              </a:ext>
            </a:extLst>
          </p:cNvPr>
          <p:cNvSpPr txBox="1"/>
          <p:nvPr/>
        </p:nvSpPr>
        <p:spPr>
          <a:xfrm>
            <a:off x="5903042" y="195273"/>
            <a:ext cx="70866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and Analysis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4154D20-1B4A-9687-0522-77327F2625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582FD-F560-3BAC-FEDE-AD00B7B3A567}"/>
              </a:ext>
            </a:extLst>
          </p:cNvPr>
          <p:cNvSpPr txBox="1"/>
          <p:nvPr/>
        </p:nvSpPr>
        <p:spPr>
          <a:xfrm>
            <a:off x="228600" y="1337529"/>
            <a:ext cx="73152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 Performing Models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1D CNN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(Base line model)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Temporal deep learning models outperformed traditional ML models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3h prediction achieved better performance than 6h prediction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 learning captured ICU temporal dynamics effectively</a:t>
            </a:r>
          </a:p>
          <a:p>
            <a:pPr marL="0" marR="0" algn="just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 Clinical Features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FiO2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Phosphate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Calcium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Respiratory Rate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91E86A-6A6B-6524-CBDC-D37CE00AD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932" y="2545371"/>
            <a:ext cx="9957936" cy="59866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6C6879-6BA6-D1B1-ACFF-8A05F30DF139}"/>
              </a:ext>
            </a:extLst>
          </p:cNvPr>
          <p:cNvSpPr txBox="1"/>
          <p:nvPr/>
        </p:nvSpPr>
        <p:spPr>
          <a:xfrm>
            <a:off x="11036868" y="8639026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Model Comparison by AUROC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95BC35-1E20-E8CB-D966-A6E04863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60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EDAF-94EB-7FCB-401C-D92D00C4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754AF9-14E8-2AC0-3329-6F066F6B1FA7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DD58226-E05D-7DCF-952D-950C7BEC5370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25A42EB-3E28-B775-399B-74C393D92AF1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D1070EF-2B5A-1914-BF5F-DB2EA6679356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4087BDC1-82D5-6757-35F9-26137AF34144}"/>
              </a:ext>
            </a:extLst>
          </p:cNvPr>
          <p:cNvSpPr txBox="1"/>
          <p:nvPr/>
        </p:nvSpPr>
        <p:spPr>
          <a:xfrm>
            <a:off x="5694721" y="195273"/>
            <a:ext cx="1002275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and Analysis (Cont.)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3FAA0E1C-44C9-75D0-5D88-7D6CF56415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252B68-4DBD-725F-AECB-0C5D993D2911}"/>
              </a:ext>
            </a:extLst>
          </p:cNvPr>
          <p:cNvSpPr txBox="1"/>
          <p:nvPr/>
        </p:nvSpPr>
        <p:spPr>
          <a:xfrm>
            <a:off x="671052" y="1149309"/>
            <a:ext cx="77724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XAI Findings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Higher FiO2 increased predicted sepsis risk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Abnormal phosphate levels increased risk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Respiratory instability affected prediction confidence</a:t>
            </a:r>
          </a:p>
          <a:p>
            <a:pPr marL="0" marR="0" algn="just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/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Clinical Interpretation</a:t>
            </a:r>
          </a:p>
          <a:p>
            <a:pPr lvl="1" algn="just"/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model learned clinically meaningful </a:t>
            </a:r>
          </a:p>
          <a:p>
            <a:pPr lvl="1" algn="just"/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relationships related to: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Respiratory compromise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Inflammation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Metabolic imbalance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Systemic deterioration</a:t>
            </a:r>
          </a:p>
          <a:p>
            <a:pPr marL="0" marR="0" algn="just"/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66BBF5-6503-4CE9-F3CD-193CA9E0E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3126731"/>
            <a:ext cx="9407594" cy="56557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506306-6850-514E-0C0A-68B16A362014}"/>
              </a:ext>
            </a:extLst>
          </p:cNvPr>
          <p:cNvSpPr txBox="1"/>
          <p:nvPr/>
        </p:nvSpPr>
        <p:spPr>
          <a:xfrm>
            <a:off x="10988129" y="8861296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Model Comparison by AUROC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3FCB4A9-B434-B410-0FF2-FC9C1D63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50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630C-A3E4-BA67-769A-05F6B4BD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197683-694E-E786-2036-69C484B6533E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571CE7-BBBF-0526-9E55-F6A694FF3602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5EE9455-5237-0862-CBED-DA6C4D3535CE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0F9509C-549D-520A-E368-E1476E1B3434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4302D8BB-4025-F743-7417-BF35CC77250B}"/>
              </a:ext>
            </a:extLst>
          </p:cNvPr>
          <p:cNvSpPr txBox="1"/>
          <p:nvPr/>
        </p:nvSpPr>
        <p:spPr>
          <a:xfrm>
            <a:off x="5694721" y="195273"/>
            <a:ext cx="1002275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and Analysis (Cont.)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12F91BE-9377-4B54-6BD2-2B012B3191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30A0EF-4622-B414-F0D8-CA32F6371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90070"/>
              </p:ext>
            </p:extLst>
          </p:nvPr>
        </p:nvGraphicFramePr>
        <p:xfrm>
          <a:off x="1347019" y="2121751"/>
          <a:ext cx="8985454" cy="7508323"/>
        </p:xfrm>
        <a:graphic>
          <a:graphicData uri="http://schemas.openxmlformats.org/drawingml/2006/table">
            <a:tbl>
              <a:tblPr/>
              <a:tblGrid>
                <a:gridCol w="2792208">
                  <a:extLst>
                    <a:ext uri="{9D8B030D-6E8A-4147-A177-3AD203B41FA5}">
                      <a16:colId xmlns:a16="http://schemas.microsoft.com/office/drawing/2014/main" val="3720715355"/>
                    </a:ext>
                  </a:extLst>
                </a:gridCol>
                <a:gridCol w="1259643">
                  <a:extLst>
                    <a:ext uri="{9D8B030D-6E8A-4147-A177-3AD203B41FA5}">
                      <a16:colId xmlns:a16="http://schemas.microsoft.com/office/drawing/2014/main" val="3798897993"/>
                    </a:ext>
                  </a:extLst>
                </a:gridCol>
                <a:gridCol w="1322626">
                  <a:extLst>
                    <a:ext uri="{9D8B030D-6E8A-4147-A177-3AD203B41FA5}">
                      <a16:colId xmlns:a16="http://schemas.microsoft.com/office/drawing/2014/main" val="669476980"/>
                    </a:ext>
                  </a:extLst>
                </a:gridCol>
                <a:gridCol w="1259643">
                  <a:extLst>
                    <a:ext uri="{9D8B030D-6E8A-4147-A177-3AD203B41FA5}">
                      <a16:colId xmlns:a16="http://schemas.microsoft.com/office/drawing/2014/main" val="1429706117"/>
                    </a:ext>
                  </a:extLst>
                </a:gridCol>
                <a:gridCol w="986720">
                  <a:extLst>
                    <a:ext uri="{9D8B030D-6E8A-4147-A177-3AD203B41FA5}">
                      <a16:colId xmlns:a16="http://schemas.microsoft.com/office/drawing/2014/main" val="719324055"/>
                    </a:ext>
                  </a:extLst>
                </a:gridCol>
                <a:gridCol w="1364614">
                  <a:extLst>
                    <a:ext uri="{9D8B030D-6E8A-4147-A177-3AD203B41FA5}">
                      <a16:colId xmlns:a16="http://schemas.microsoft.com/office/drawing/2014/main" val="1951351462"/>
                    </a:ext>
                  </a:extLst>
                </a:gridCol>
              </a:tblGrid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Horizon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AUROC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AUPRC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Recall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F1 Score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485532"/>
                  </a:ext>
                </a:extLst>
              </a:tr>
              <a:tr h="789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Logistic Regression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0.731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0.0167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0.654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0.0245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684506"/>
                  </a:ext>
                </a:extLst>
              </a:tr>
              <a:tr h="789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Logistic Regression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0.723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0.0317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0.675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0.0426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697316"/>
                  </a:ext>
                </a:extLst>
              </a:tr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Random Forest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0.477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0.0063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739937"/>
                  </a:ext>
                </a:extLst>
              </a:tr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Random Forest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0.574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0.0156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615300"/>
                  </a:ext>
                </a:extLst>
              </a:tr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XGBoost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0.551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0.0071</a:t>
                      </a:r>
                      <a:endParaRPr lang="en-US" sz="22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567606"/>
                  </a:ext>
                </a:extLst>
              </a:tr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XGBoost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6h</a:t>
                      </a:r>
                      <a:endParaRPr lang="en-US" sz="22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0.614</a:t>
                      </a:r>
                      <a:endParaRPr lang="en-US" sz="22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0.0158</a:t>
                      </a:r>
                      <a:endParaRPr lang="en-US" sz="22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789818"/>
                  </a:ext>
                </a:extLst>
              </a:tr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GRU-D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0.529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0.0058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0.451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0.0158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14822"/>
                  </a:ext>
                </a:extLst>
              </a:tr>
              <a:tr h="4043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GRU-D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0.407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0.0084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0.118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0.0077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845561"/>
                  </a:ext>
                </a:extLst>
              </a:tr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1D-CNN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0.632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0.0115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0.010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0.0133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251589"/>
                  </a:ext>
                </a:extLst>
              </a:tr>
              <a:tr h="6906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1D-CNN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6h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0.654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0.0222</a:t>
                      </a:r>
                      <a:endParaRPr lang="en-US" sz="22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  <a:endParaRPr lang="en-US" sz="22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226165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07E20E1F-8A5B-B31B-965E-5B6326B01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838325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C8F985-C0DB-9713-2B3D-4E9633B91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17"/>
          <a:stretch/>
        </p:blipFill>
        <p:spPr>
          <a:xfrm>
            <a:off x="10738055" y="2054777"/>
            <a:ext cx="6363009" cy="7508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50276C-27B5-D146-D228-ECE801C57AB1}"/>
              </a:ext>
            </a:extLst>
          </p:cNvPr>
          <p:cNvSpPr txBox="1"/>
          <p:nvPr/>
        </p:nvSpPr>
        <p:spPr>
          <a:xfrm>
            <a:off x="1371600" y="1560431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Model Comparison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A2951-DBAD-2181-C952-9A637F9EB8B7}"/>
              </a:ext>
            </a:extLst>
          </p:cNvPr>
          <p:cNvSpPr txBox="1"/>
          <p:nvPr/>
        </p:nvSpPr>
        <p:spPr>
          <a:xfrm>
            <a:off x="10972800" y="9713266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SHAP Value (Impact on model output)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C89F45C-8592-C932-908C-CC6A6E33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1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DABA-84F2-0580-C711-0B88D646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DBF8E1-7E26-F2BA-E7B7-881C6F644C5A}"/>
              </a:ext>
            </a:extLst>
          </p:cNvPr>
          <p:cNvSpPr/>
          <p:nvPr/>
        </p:nvSpPr>
        <p:spPr>
          <a:xfrm>
            <a:off x="14748" y="-1597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r>
              <a:rPr lang="en-US" altLang="en-US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Detect obstacle</a:t>
            </a:r>
            <a:br>
              <a:rPr lang="en-US" altLang="en-US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↓</a:t>
            </a:r>
            <a:br>
              <a:rPr lang="en-US" altLang="en-US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endParaRPr lang="en-US" altLang="en-US" sz="40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539F717-106C-53D6-498B-A127B162539D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21A701-8D32-373C-04AC-1C4F6A06135D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9FE616C-C5D2-F587-1501-372F74708054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5BAF22C2-3B2D-73EA-300D-FDAF80224997}"/>
              </a:ext>
            </a:extLst>
          </p:cNvPr>
          <p:cNvSpPr txBox="1"/>
          <p:nvPr/>
        </p:nvSpPr>
        <p:spPr>
          <a:xfrm>
            <a:off x="5486400" y="246257"/>
            <a:ext cx="9829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Member Contribution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F3E15C30-5513-5A25-6675-5CFEA6CA2F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2DF060B0-E2D8-4AE1-E818-81BF90F3B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3E05D75-C61C-47A3-4591-29DF2CC15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05218"/>
              </p:ext>
            </p:extLst>
          </p:nvPr>
        </p:nvGraphicFramePr>
        <p:xfrm>
          <a:off x="2514600" y="2774117"/>
          <a:ext cx="13868400" cy="3620734"/>
        </p:xfrm>
        <a:graphic>
          <a:graphicData uri="http://schemas.openxmlformats.org/drawingml/2006/table">
            <a:tbl>
              <a:tblPr/>
              <a:tblGrid>
                <a:gridCol w="6934200">
                  <a:extLst>
                    <a:ext uri="{9D8B030D-6E8A-4147-A177-3AD203B41FA5}">
                      <a16:colId xmlns:a16="http://schemas.microsoft.com/office/drawing/2014/main" val="2472013424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3595981722"/>
                    </a:ext>
                  </a:extLst>
                </a:gridCol>
              </a:tblGrid>
              <a:tr h="413618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308355"/>
                  </a:ext>
                </a:extLst>
              </a:tr>
              <a:tr h="1413113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Arnica Sarker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preprocessing, Baseline model, </a:t>
                      </a:r>
                    </a:p>
                    <a:p>
                      <a:pPr marL="0" marR="0"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GRU-D development, 1D-CNN development, XAI analysis, Report writing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244258"/>
                  </a:ext>
                </a:extLst>
              </a:tr>
              <a:tr h="176185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Julias Uddin Khan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review, Methodology design , </a:t>
                      </a:r>
                    </a:p>
                    <a:p>
                      <a:pPr marL="0" marR="0" algn="ctr"/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evaluation, Visualization, Documentation, Presentation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573033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26D9B1-0C7C-1265-D304-E06585E3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05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A5DE-504D-F77D-8B4B-2EBD13DC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75B32C-8891-C39F-7CF8-6F486FBD56CC}"/>
              </a:ext>
            </a:extLst>
          </p:cNvPr>
          <p:cNvSpPr/>
          <p:nvPr/>
        </p:nvSpPr>
        <p:spPr>
          <a:xfrm>
            <a:off x="-7620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8A714FC-7D24-7565-43B1-4EA44BADB97A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756680A-8396-672F-74CD-58A97CC10AA5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4239D03-E50A-53A9-5E7A-60624E90A090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A1BF86DB-1DCC-2BFA-6B2A-E597669E501B}"/>
              </a:ext>
            </a:extLst>
          </p:cNvPr>
          <p:cNvSpPr txBox="1"/>
          <p:nvPr/>
        </p:nvSpPr>
        <p:spPr>
          <a:xfrm>
            <a:off x="7048498" y="227238"/>
            <a:ext cx="4191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F4F2D5F-2202-EAC6-FA08-5FF62BF5E8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CD267-7A2D-A919-8E71-3684E13829B8}"/>
              </a:ext>
            </a:extLst>
          </p:cNvPr>
          <p:cNvSpPr txBox="1"/>
          <p:nvPr/>
        </p:nvSpPr>
        <p:spPr>
          <a:xfrm>
            <a:off x="9525000" y="2096512"/>
            <a:ext cx="8229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computational resources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hyperparameter tuning</a:t>
            </a:r>
          </a:p>
          <a:p>
            <a:pPr lvl="1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ICU datasets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 real-time clinical dashboard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transformer-based temporal models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clinical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FC998-BBCF-927D-1BB2-3E9FDD19D0B3}"/>
              </a:ext>
            </a:extLst>
          </p:cNvPr>
          <p:cNvSpPr txBox="1"/>
          <p:nvPr/>
        </p:nvSpPr>
        <p:spPr>
          <a:xfrm>
            <a:off x="1028700" y="2136636"/>
            <a:ext cx="82296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Achieved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explainable ICU sepsis prediction system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ML and deep learning approaches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temporal learning for early prediction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XAI for transparency and interpretability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(Base line model) and CNN performed best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learning improved prediction quality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improved model interpretability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47DBE9-49B2-32A5-E7B1-FDDD519C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81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F501-3B14-69D9-7018-A1F8EB83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795BDD-AB4D-0436-58C9-30B694F20A14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8F6ECE-715A-FF9D-FD2C-91A944A33875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F18D40-E7F7-AF49-0667-8AAC1A34D55D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B42EBB-9087-CA45-82EF-6B2CA3EC2A10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E29D1BC4-3195-62D3-A594-FBF3C4AF4F34}"/>
              </a:ext>
            </a:extLst>
          </p:cNvPr>
          <p:cNvSpPr txBox="1"/>
          <p:nvPr/>
        </p:nvSpPr>
        <p:spPr>
          <a:xfrm>
            <a:off x="6743700" y="195273"/>
            <a:ext cx="5105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CEP Mapping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4D15273-3669-099D-088B-495A8CA932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E682A796-793F-224E-D4ED-2E630F003F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00AAAE-05D2-1763-6954-5E91B5FB4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927611"/>
              </p:ext>
            </p:extLst>
          </p:nvPr>
        </p:nvGraphicFramePr>
        <p:xfrm>
          <a:off x="1790699" y="2336098"/>
          <a:ext cx="15011402" cy="7220582"/>
        </p:xfrm>
        <a:graphic>
          <a:graphicData uri="http://schemas.openxmlformats.org/drawingml/2006/table">
            <a:tbl>
              <a:tblPr/>
              <a:tblGrid>
                <a:gridCol w="3907730">
                  <a:extLst>
                    <a:ext uri="{9D8B030D-6E8A-4147-A177-3AD203B41FA5}">
                      <a16:colId xmlns:a16="http://schemas.microsoft.com/office/drawing/2014/main" val="3384232130"/>
                    </a:ext>
                  </a:extLst>
                </a:gridCol>
                <a:gridCol w="6981492">
                  <a:extLst>
                    <a:ext uri="{9D8B030D-6E8A-4147-A177-3AD203B41FA5}">
                      <a16:colId xmlns:a16="http://schemas.microsoft.com/office/drawing/2014/main" val="2976694601"/>
                    </a:ext>
                  </a:extLst>
                </a:gridCol>
                <a:gridCol w="4122180">
                  <a:extLst>
                    <a:ext uri="{9D8B030D-6E8A-4147-A177-3AD203B41FA5}">
                      <a16:colId xmlns:a16="http://schemas.microsoft.com/office/drawing/2014/main" val="2340522833"/>
                    </a:ext>
                  </a:extLst>
                </a:gridCol>
              </a:tblGrid>
              <a:tr h="5578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Attribute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How K is Addressed in Our Project</a:t>
                      </a:r>
                      <a:endParaRPr lang="en-US" sz="2400" dirty="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Evidence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646894"/>
                  </a:ext>
                </a:extLst>
              </a:tr>
              <a:tr h="10881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K3: Engineering Fundamentals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applies programming, data preprocessing, machine learning fundamentals, and model evaluation concepts.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Python notebooks, preprocessing code, evaluation metrics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799217"/>
                  </a:ext>
                </a:extLst>
              </a:tr>
              <a:tr h="10881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K4: Specialist Knowledge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Advanced temporal deep learning models such as </a:t>
                      </a: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GRU-D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and </a:t>
                      </a: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1D CNN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are used for ICU time-series prediction.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GRU-D/CNN model implementation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971292"/>
                  </a:ext>
                </a:extLst>
              </a:tr>
              <a:tr h="10881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K5: Engineering Design</a:t>
                      </a:r>
                      <a:endParaRPr lang="en-US" sz="2400" dirty="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complete prediction pipeline is designed from ICU data preprocessing to model training, evaluation, and XAI interpretation.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Methodology flowchart, system pipeline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037308"/>
                  </a:ext>
                </a:extLst>
              </a:tr>
              <a:tr h="10881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K6: Engineering Practice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Modern tools such as Python, Kaggle, Google Colab, PyTorch, Scikit-learn, Pandas, NumPy, SHAP, and Matplotlib are used.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Code files, Kaggle notebooks, generated output files</a:t>
                      </a:r>
                      <a:endParaRPr lang="en-US" sz="2400" dirty="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857669"/>
                  </a:ext>
                </a:extLst>
              </a:tr>
              <a:tr h="10881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K7: Comprehension of Engineering in Society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addresses an important healthcare problem where early sepsis prediction can support ICU decision-making and patient safety.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Problem statement, societal impact section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78133"/>
                  </a:ext>
                </a:extLst>
              </a:tr>
              <a:tr h="10881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K8: Research Literature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Existing research on sepsis prediction, GRU-D, XGBoost, SHAP, and Explainable AI is reviewed and applied.</a:t>
                      </a:r>
                      <a:endParaRPr lang="en-US" sz="240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References section, related work discussion</a:t>
                      </a:r>
                      <a:endParaRPr lang="en-US" sz="2400" dirty="0">
                        <a:effectLst/>
                      </a:endParaRPr>
                    </a:p>
                  </a:txBody>
                  <a:tcPr marL="8819" marR="8819" marT="8819" marB="8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7641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AB923816-194B-69A2-05FA-140B125F7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123099" y="1600199"/>
            <a:ext cx="70542174" cy="842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E1812-C93E-54DE-EC00-D4E96DCEC911}"/>
              </a:ext>
            </a:extLst>
          </p:cNvPr>
          <p:cNvSpPr txBox="1"/>
          <p:nvPr/>
        </p:nvSpPr>
        <p:spPr>
          <a:xfrm>
            <a:off x="1981200" y="1600199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Profile Mapping — K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E7236B-2E42-1573-44FA-626B6E8F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78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41A3-E397-7C5A-A56C-449E7E8F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86B7AC-55B1-63DF-D629-64DA6BB6C3CD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0A99B8-8AE2-9F08-B864-CD1C6313E497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23E9576-E2AB-ABD5-601D-099A631EA198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39866C6-B440-B796-3663-354A619294F3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B45EA7A8-15F6-1FB7-EE5C-24368BCAA944}"/>
              </a:ext>
            </a:extLst>
          </p:cNvPr>
          <p:cNvSpPr txBox="1"/>
          <p:nvPr/>
        </p:nvSpPr>
        <p:spPr>
          <a:xfrm>
            <a:off x="6324600" y="138756"/>
            <a:ext cx="82091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CEP Mapping (Cont.)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46C31F7-A144-B843-FCF9-63F806498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B41D319F-FAD4-C311-94F5-4F94182E9A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EA7E288-3541-FA15-E614-3AC3CB365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123099" y="1600199"/>
            <a:ext cx="70542174" cy="842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602EF-85F8-9AEA-A4D3-FB78E0B6E531}"/>
              </a:ext>
            </a:extLst>
          </p:cNvPr>
          <p:cNvSpPr txBox="1"/>
          <p:nvPr/>
        </p:nvSpPr>
        <p:spPr>
          <a:xfrm>
            <a:off x="1981200" y="1600199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Engineering Problem Mapping — P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C0D649-02DE-724D-DA6A-8FC3D0D75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63661"/>
              </p:ext>
            </p:extLst>
          </p:nvPr>
        </p:nvGraphicFramePr>
        <p:xfrm>
          <a:off x="1371600" y="2269572"/>
          <a:ext cx="16306800" cy="7729868"/>
        </p:xfrm>
        <a:graphic>
          <a:graphicData uri="http://schemas.openxmlformats.org/drawingml/2006/table">
            <a:tbl>
              <a:tblPr/>
              <a:tblGrid>
                <a:gridCol w="4063757">
                  <a:extLst>
                    <a:ext uri="{9D8B030D-6E8A-4147-A177-3AD203B41FA5}">
                      <a16:colId xmlns:a16="http://schemas.microsoft.com/office/drawing/2014/main" val="2622312700"/>
                    </a:ext>
                  </a:extLst>
                </a:gridCol>
                <a:gridCol w="8205168">
                  <a:extLst>
                    <a:ext uri="{9D8B030D-6E8A-4147-A177-3AD203B41FA5}">
                      <a16:colId xmlns:a16="http://schemas.microsoft.com/office/drawing/2014/main" val="645281311"/>
                    </a:ext>
                  </a:extLst>
                </a:gridCol>
                <a:gridCol w="4037875">
                  <a:extLst>
                    <a:ext uri="{9D8B030D-6E8A-4147-A177-3AD203B41FA5}">
                      <a16:colId xmlns:a16="http://schemas.microsoft.com/office/drawing/2014/main" val="1762583735"/>
                    </a:ext>
                  </a:extLst>
                </a:gridCol>
              </a:tblGrid>
              <a:tr h="3669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Attribute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How P is Addressed in Our Project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Evidence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336214"/>
                  </a:ext>
                </a:extLst>
              </a:tr>
              <a:tr h="9612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P1: Depth of Knowledge Required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requires knowledge of machine learning, deep learning, time-series modeling, missing data handling, and XAI.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Technical methodology, model notebooks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513801"/>
                  </a:ext>
                </a:extLst>
              </a:tr>
              <a:tr h="9612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P2: Range of Conflicting Requirements</a:t>
                      </a:r>
                      <a:endParaRPr lang="en-US" sz="2400" dirty="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balances prediction accuracy, early warning time, computational cost, and clinical interpretability.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Comparison of 3h vs 6h prediction, ML vs DL results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421249"/>
                  </a:ext>
                </a:extLst>
              </a:tr>
              <a:tr h="9612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P3: Depth of Analysis Required</a:t>
                      </a:r>
                      <a:endParaRPr lang="en-US" sz="2400" dirty="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Sepsis prediction has no simple solution because ICU data are irregular, missing, and highly variable across patients.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sv-SE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Preprocessing pipeline, mask/delta matrix generation</a:t>
                      </a:r>
                      <a:endParaRPr lang="sv-SE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609169"/>
                  </a:ext>
                </a:extLst>
              </a:tr>
              <a:tr h="11956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P4: Familiarity of Issues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works on a complex medical prediction problem using ICU patient data, which is less familiar than ordinary classification tasks.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PhysioNet ICU dataset description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284293"/>
                  </a:ext>
                </a:extLst>
              </a:tr>
              <a:tr h="10713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P5: Extent of Applicable Codes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system must consider ethical AI, transparency, and responsible clinical decision-support limitations because it is related to healthcare.</a:t>
                      </a:r>
                      <a:endParaRPr lang="en-US" sz="2400" dirty="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Ethical discussion, XAI interpretation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601669"/>
                  </a:ext>
                </a:extLst>
              </a:tr>
              <a:tr h="9612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P6: Stakeholder Involvement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is designed for ICU clinicians, hospitals, patients, and healthcare systems as potential stakeholders.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Beneficiary and societal impact section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60714"/>
                  </a:ext>
                </a:extLst>
              </a:tr>
              <a:tr h="11956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P7: Interdependence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includes many connected components: data preprocessing, temporal windowing, model training, evaluation, XAI, and clinical interpretation.</a:t>
                      </a:r>
                      <a:endParaRPr lang="en-US" sz="240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Full methodology pipeline</a:t>
                      </a:r>
                      <a:endParaRPr lang="en-US" sz="2400" dirty="0">
                        <a:effectLst/>
                      </a:endParaRPr>
                    </a:p>
                  </a:txBody>
                  <a:tcPr marL="7645" marR="7645" marT="7645" marB="7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911339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400ABA1F-DD1E-08A8-3BED-59F9405D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43986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6C2502C-295D-D0C4-9870-023AA24E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91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4D67-7327-5F83-4529-27107B31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B7D9B4-8B58-3165-5220-14C826A8C16A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0E938A1-DA86-902F-B3EC-0E9D4D1C7D89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9C13606-7001-3073-43FA-34F744AD21BD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4CC4C4B-00A9-28A9-8F49-E734DD19A060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3B672EB7-DD7A-A22D-F3D0-5044F08F2DCF}"/>
              </a:ext>
            </a:extLst>
          </p:cNvPr>
          <p:cNvSpPr txBox="1"/>
          <p:nvPr/>
        </p:nvSpPr>
        <p:spPr>
          <a:xfrm>
            <a:off x="6324600" y="138756"/>
            <a:ext cx="82091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CEP Mapping (Cont.)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C194B2E-6C07-21E0-0C1E-A156A76D50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CC3985F2-1D9D-0C38-8672-B590473B6A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EE6EF67-7199-7020-3C61-0126DB8C2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123099" y="1600199"/>
            <a:ext cx="70542174" cy="842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9E552E-C645-A84D-66C8-A9AE05707C11}"/>
              </a:ext>
            </a:extLst>
          </p:cNvPr>
          <p:cNvSpPr txBox="1"/>
          <p:nvPr/>
        </p:nvSpPr>
        <p:spPr>
          <a:xfrm>
            <a:off x="1704975" y="1727884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Engineering Activities Mapping — 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3AC1B75-080F-94EB-BDA8-3CB37C9F1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439863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5E86F6-FC43-4443-A66E-AE541DF1E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216896"/>
              </p:ext>
            </p:extLst>
          </p:nvPr>
        </p:nvGraphicFramePr>
        <p:xfrm>
          <a:off x="1468755" y="2409170"/>
          <a:ext cx="15655290" cy="7601111"/>
        </p:xfrm>
        <a:graphic>
          <a:graphicData uri="http://schemas.openxmlformats.org/drawingml/2006/table">
            <a:tbl>
              <a:tblPr/>
              <a:tblGrid>
                <a:gridCol w="3957379">
                  <a:extLst>
                    <a:ext uri="{9D8B030D-6E8A-4147-A177-3AD203B41FA5}">
                      <a16:colId xmlns:a16="http://schemas.microsoft.com/office/drawing/2014/main" val="2509254978"/>
                    </a:ext>
                  </a:extLst>
                </a:gridCol>
                <a:gridCol w="7640976">
                  <a:extLst>
                    <a:ext uri="{9D8B030D-6E8A-4147-A177-3AD203B41FA5}">
                      <a16:colId xmlns:a16="http://schemas.microsoft.com/office/drawing/2014/main" val="1227490122"/>
                    </a:ext>
                  </a:extLst>
                </a:gridCol>
                <a:gridCol w="4056935">
                  <a:extLst>
                    <a:ext uri="{9D8B030D-6E8A-4147-A177-3AD203B41FA5}">
                      <a16:colId xmlns:a16="http://schemas.microsoft.com/office/drawing/2014/main" val="1002062403"/>
                    </a:ext>
                  </a:extLst>
                </a:gridCol>
              </a:tblGrid>
              <a:tr h="3881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Attribute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How A is Addressed in Our Project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Evidence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0152"/>
                  </a:ext>
                </a:extLst>
              </a:tr>
              <a:tr h="1442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A1: Range of Resources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uses diverse resources including ICU data, Python libraries, Kaggle/Colab computing platforms, and research papers.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Dataset, notebooks, tools, references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286569"/>
                  </a:ext>
                </a:extLst>
              </a:tr>
              <a:tr h="1442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A2: Level of Interaction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requires interaction between clinical knowledge, data preprocessing, model development, evaluation, and explainability.</a:t>
                      </a:r>
                      <a:endParaRPr lang="en-US" sz="24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Integrated ML/DL/XAI workflow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518195"/>
                  </a:ext>
                </a:extLst>
              </a:tr>
              <a:tr h="1442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A3: Innovation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combines early sepsis prediction at multiple horizons with temporal deep learning and Explainable AI.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3h/6h prediction, GRU-D/CNN, SHAP/PDP/ICE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555660"/>
                  </a:ext>
                </a:extLst>
              </a:tr>
              <a:tr h="1442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A4: Consequences for Society and Environment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Early sepsis prediction can improve ICU care, reduce delayed diagnosis, support clinicians, and improve patient outcomes.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Societal impact section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54093"/>
                  </a:ext>
                </a:extLst>
              </a:tr>
              <a:tr h="1442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A5: Familiarity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 project extends beyond basic ML classification by applying temporal modeling, missingness-aware learning, and clinical interpretability.</a:t>
                      </a:r>
                      <a:endParaRPr lang="en-US" sz="240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GRU-D with mask/delta matrices, XAI analysis</a:t>
                      </a:r>
                      <a:endParaRPr lang="en-US" sz="2400" dirty="0">
                        <a:effectLst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148224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CE24273D-1101-21D2-93DB-646360989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75" y="18859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EE1285C-9890-437C-20DB-25BDB4D5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77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5BCE8-B34F-B06D-7A80-83CD3306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4B58EF-B945-1F11-3455-2584F2119504}"/>
              </a:ext>
            </a:extLst>
          </p:cNvPr>
          <p:cNvSpPr/>
          <p:nvPr/>
        </p:nvSpPr>
        <p:spPr>
          <a:xfrm>
            <a:off x="-4" y="-860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0E8E617-B995-D7B9-F372-BC418A341D7E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69897E-4AA5-DFB4-77B6-C050DC43C540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5EDE25D-CDFA-4F37-4D47-E750AEA9A51A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D2847708-33CD-397E-258D-2B5880B6E8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D70B2D6C-167C-D52A-B8D7-3BBA552922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7E68D-C8F8-E7EB-B8D9-A52630738C04}"/>
              </a:ext>
            </a:extLst>
          </p:cNvPr>
          <p:cNvSpPr txBox="1"/>
          <p:nvPr/>
        </p:nvSpPr>
        <p:spPr>
          <a:xfrm>
            <a:off x="4495800" y="4326404"/>
            <a:ext cx="845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/>
            <a:r>
              <a:rPr lang="en-US" sz="6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Thank You!</a:t>
            </a:r>
          </a:p>
          <a:p>
            <a:pPr marL="0" marR="0" algn="ctr"/>
            <a:r>
              <a:rPr lang="en-US" sz="6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Any Questions?</a:t>
            </a:r>
            <a:endParaRPr lang="en-US" sz="6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99F44-454D-447C-6241-658A53FA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6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729E-6332-EC4D-646D-9CE075E8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8AE45C-3828-F4F1-B895-83DEE6E61D69}"/>
              </a:ext>
            </a:extLst>
          </p:cNvPr>
          <p:cNvSpPr/>
          <p:nvPr/>
        </p:nvSpPr>
        <p:spPr>
          <a:xfrm>
            <a:off x="-7620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84B22E9-4AEC-4B2C-B97F-EF69D362DEDB}"/>
              </a:ext>
            </a:extLst>
          </p:cNvPr>
          <p:cNvGrpSpPr/>
          <p:nvPr/>
        </p:nvGrpSpPr>
        <p:grpSpPr>
          <a:xfrm>
            <a:off x="0" y="0"/>
            <a:ext cx="18288000" cy="1313876"/>
            <a:chOff x="0" y="0"/>
            <a:chExt cx="4816593" cy="34604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BA71A4E-AFFC-55FA-8453-6A25F461E45E}"/>
                </a:ext>
              </a:extLst>
            </p:cNvPr>
            <p:cNvSpPr/>
            <p:nvPr/>
          </p:nvSpPr>
          <p:spPr>
            <a:xfrm>
              <a:off x="0" y="0"/>
              <a:ext cx="4816592" cy="346041"/>
            </a:xfrm>
            <a:custGeom>
              <a:avLst/>
              <a:gdLst/>
              <a:ahLst/>
              <a:cxnLst/>
              <a:rect l="l" t="t" r="r" b="b"/>
              <a:pathLst>
                <a:path w="4816592" h="346041">
                  <a:moveTo>
                    <a:pt x="0" y="0"/>
                  </a:moveTo>
                  <a:lnTo>
                    <a:pt x="4816592" y="0"/>
                  </a:lnTo>
                  <a:lnTo>
                    <a:pt x="4816592" y="346041"/>
                  </a:lnTo>
                  <a:lnTo>
                    <a:pt x="0" y="346041"/>
                  </a:lnTo>
                  <a:close/>
                </a:path>
              </a:pathLst>
            </a:custGeom>
            <a:solidFill>
              <a:srgbClr val="F1F1F2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0AB327A-FDD2-D6B1-6C78-4500CEDDF341}"/>
                </a:ext>
              </a:extLst>
            </p:cNvPr>
            <p:cNvSpPr txBox="1"/>
            <p:nvPr/>
          </p:nvSpPr>
          <p:spPr>
            <a:xfrm>
              <a:off x="0" y="-47625"/>
              <a:ext cx="4816593" cy="393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6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703DF840-88E5-D024-DB86-3EE38CAC1882}"/>
              </a:ext>
            </a:extLst>
          </p:cNvPr>
          <p:cNvSpPr txBox="1"/>
          <p:nvPr/>
        </p:nvSpPr>
        <p:spPr>
          <a:xfrm>
            <a:off x="7181849" y="207615"/>
            <a:ext cx="361950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/>
            <a:r>
              <a:rPr lang="en-US" sz="6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</a:t>
            </a:r>
            <a:endParaRPr lang="en-US" sz="6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29DBA6A-5B9A-81C5-D305-E051FFE6F1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4222B-BC62-9041-376D-4F5FACBA52DB}"/>
              </a:ext>
            </a:extLst>
          </p:cNvPr>
          <p:cNvSpPr txBox="1"/>
          <p:nvPr/>
        </p:nvSpPr>
        <p:spPr>
          <a:xfrm>
            <a:off x="476250" y="1300460"/>
            <a:ext cx="17030700" cy="894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Reyna et al., “Early Prediction of Sepsis From Clinical Data: The PhysioNet/Computing in Cardiology Challenge 2019,” Crit. Care Med., vol. 48, no. 2, pp. 210–217, 2020.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Z. Che, S.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Purushotham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Cho, D. Sontag, and Y. Liu, “Recurrent Neural Networks for Multivariate Time Series With Missing Values,” Sci. Rep., vol. 8, no. 1, pp. 1–12, 2018.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T. Chen and C.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System,” in Proc. ACM SIGKDD Int. Conf.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Discovery Data Mining, 2016, pp. 785–794.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M. Lundberg and S.-I. Lee, “A Unified Approach to Interpreting Model Predictions,” in Proc. Adv. Neural Inf. Process. Syst. (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2017, pp. 4765–4774.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Shillan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Sterne, J. Champneys, and B.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Gibbison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“Use of Machine Learning to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Routinely Collected Intensive Care Unit Data: A Systematic Review,” Crit. Care, vol. 23, no. 1, pp. 1–11, 2019.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H. Moor et al., “Early Prediction of Sepsis in the ICU Using Machine Learning: A Systematic Review,” Front. Med., vol. 8, pp. 1–14, 2021.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Y. Song et al., “Deep Learning Enables Accurate Diagnosis of Novel Coronavirus (COVID-19) With CT Images,” IEEE/ACM Trans.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Biol.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Bioinf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18, no. 6, pp. 2775–2780, 2021.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G. D. Clifford et al., “PhysioNet Challenge 2019,” PhysioNet, 2019. [Online].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https://physionet.org/content/challenge-2019/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C1A9DA-17E9-DF1E-CD81-019E2154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6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1771</Words>
  <Application>Microsoft Office PowerPoint</Application>
  <PresentationFormat>Custom</PresentationFormat>
  <Paragraphs>378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Arial</vt:lpstr>
      <vt:lpstr>Times New Roman</vt:lpstr>
      <vt:lpstr>Archivo Narrow Bold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Clean Minimalist Product Launch Presentation</dc:title>
  <dc:creator>DELL</dc:creator>
  <cp:lastModifiedBy>Julias Jisan</cp:lastModifiedBy>
  <cp:revision>3</cp:revision>
  <dcterms:created xsi:type="dcterms:W3CDTF">2006-08-16T00:00:00Z</dcterms:created>
  <dcterms:modified xsi:type="dcterms:W3CDTF">2026-05-21T01:31:54Z</dcterms:modified>
  <dc:identifier>DAHJQ_NmXqM</dc:identifier>
</cp:coreProperties>
</file>